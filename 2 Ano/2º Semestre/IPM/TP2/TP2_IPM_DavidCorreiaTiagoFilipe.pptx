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1" r:id="rId1"/>
  </p:sldMasterIdLst>
  <p:notesMasterIdLst>
    <p:notesMasterId r:id="rId23"/>
  </p:notesMasterIdLst>
  <p:sldIdLst>
    <p:sldId id="328" r:id="rId2"/>
    <p:sldId id="261" r:id="rId3"/>
    <p:sldId id="321" r:id="rId4"/>
    <p:sldId id="257" r:id="rId5"/>
    <p:sldId id="258" r:id="rId6"/>
    <p:sldId id="315" r:id="rId7"/>
    <p:sldId id="316" r:id="rId8"/>
    <p:sldId id="317" r:id="rId9"/>
    <p:sldId id="318" r:id="rId10"/>
    <p:sldId id="319" r:id="rId11"/>
    <p:sldId id="320" r:id="rId12"/>
    <p:sldId id="268" r:id="rId13"/>
    <p:sldId id="274" r:id="rId14"/>
    <p:sldId id="322" r:id="rId15"/>
    <p:sldId id="275" r:id="rId16"/>
    <p:sldId id="323" r:id="rId17"/>
    <p:sldId id="326" r:id="rId18"/>
    <p:sldId id="327" r:id="rId19"/>
    <p:sldId id="329" r:id="rId20"/>
    <p:sldId id="330" r:id="rId21"/>
    <p:sldId id="325" r:id="rId22"/>
  </p:sldIdLst>
  <p:sldSz cx="9144000" cy="5143500" type="screen16x9"/>
  <p:notesSz cx="6858000" cy="9144000"/>
  <p:embeddedFontLst>
    <p:embeddedFont>
      <p:font typeface="Anaheim" panose="020B0604020202020204" charset="0"/>
      <p:regular r:id="rId24"/>
      <p:bold r:id="rId25"/>
    </p:embeddedFont>
    <p:embeddedFont>
      <p:font typeface="Bebas Neue" panose="020B0606020202050201" pitchFamily="34" charset="0"/>
      <p:regular r:id="rId26"/>
    </p:embeddedFont>
    <p:embeddedFont>
      <p:font typeface="Garet" panose="020B0604020202020204" charset="0"/>
      <p:regular r:id="rId27"/>
    </p:embeddedFont>
    <p:embeddedFont>
      <p:font typeface="Garet Bold" panose="020B0604020202020204" charset="0"/>
      <p:regular r:id="rId28"/>
    </p:embeddedFont>
    <p:embeddedFont>
      <p:font typeface="PT Sans" panose="020B0503020203020204" pitchFamily="34" charset="0"/>
      <p:regular r:id="rId29"/>
      <p:bold r:id="rId30"/>
      <p:italic r:id="rId31"/>
      <p:boldItalic r:id="rId32"/>
    </p:embeddedFont>
    <p:embeddedFont>
      <p:font typeface="Ubuntu" panose="020B0504030602030204" pitchFamily="34" charset="0"/>
      <p:regular r:id="rId33"/>
      <p:bold r:id="rId34"/>
      <p:italic r:id="rId35"/>
      <p:boldItalic r:id="rId36"/>
    </p:embeddedFont>
    <p:embeddedFont>
      <p:font typeface="Ubuntu Light" panose="020B030403060203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2508AB-DFFE-4813-ABEF-217FEDB47ECA}" v="51" dt="2025-03-03T14:17:50.760"/>
  </p1510:revLst>
</p1510:revInfo>
</file>

<file path=ppt/tableStyles.xml><?xml version="1.0" encoding="utf-8"?>
<a:tblStyleLst xmlns:a="http://schemas.openxmlformats.org/drawingml/2006/main" def="{5AD2A5D8-3973-4FD0-964C-ABF17A2D2A25}">
  <a:tblStyle styleId="{5AD2A5D8-3973-4FD0-964C-ABF17A2D2A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5870133-0262-47CF-9468-E0139A3C06F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7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Gouveia Filipe" userId="017a25e4-45ee-43b5-b445-9e333b4ac5f2" providerId="ADAL" clId="{7D2508AB-DFFE-4813-ABEF-217FEDB47ECA}"/>
    <pc:docChg chg="undo custSel modSld">
      <pc:chgData name="Tiago Gouveia Filipe" userId="017a25e4-45ee-43b5-b445-9e333b4ac5f2" providerId="ADAL" clId="{7D2508AB-DFFE-4813-ABEF-217FEDB47ECA}" dt="2025-03-03T14:27:38.980" v="316" actId="20577"/>
      <pc:docMkLst>
        <pc:docMk/>
      </pc:docMkLst>
      <pc:sldChg chg="modTransition">
        <pc:chgData name="Tiago Gouveia Filipe" userId="017a25e4-45ee-43b5-b445-9e333b4ac5f2" providerId="ADAL" clId="{7D2508AB-DFFE-4813-ABEF-217FEDB47ECA}" dt="2025-03-03T11:55:56.397" v="4"/>
        <pc:sldMkLst>
          <pc:docMk/>
          <pc:sldMk cId="0" sldId="257"/>
        </pc:sldMkLst>
      </pc:sldChg>
      <pc:sldChg chg="modTransition">
        <pc:chgData name="Tiago Gouveia Filipe" userId="017a25e4-45ee-43b5-b445-9e333b4ac5f2" providerId="ADAL" clId="{7D2508AB-DFFE-4813-ABEF-217FEDB47ECA}" dt="2025-03-03T11:56:10.937" v="5"/>
        <pc:sldMkLst>
          <pc:docMk/>
          <pc:sldMk cId="0" sldId="258"/>
        </pc:sldMkLst>
      </pc:sldChg>
      <pc:sldChg chg="modTransition">
        <pc:chgData name="Tiago Gouveia Filipe" userId="017a25e4-45ee-43b5-b445-9e333b4ac5f2" providerId="ADAL" clId="{7D2508AB-DFFE-4813-ABEF-217FEDB47ECA}" dt="2025-03-03T11:55:03.100" v="1"/>
        <pc:sldMkLst>
          <pc:docMk/>
          <pc:sldMk cId="4189266453" sldId="261"/>
        </pc:sldMkLst>
      </pc:sldChg>
      <pc:sldChg chg="modTransition">
        <pc:chgData name="Tiago Gouveia Filipe" userId="017a25e4-45ee-43b5-b445-9e333b4ac5f2" providerId="ADAL" clId="{7D2508AB-DFFE-4813-ABEF-217FEDB47ECA}" dt="2025-03-03T11:58:42.320" v="18"/>
        <pc:sldMkLst>
          <pc:docMk/>
          <pc:sldMk cId="0" sldId="268"/>
        </pc:sldMkLst>
      </pc:sldChg>
      <pc:sldChg chg="modTransition">
        <pc:chgData name="Tiago Gouveia Filipe" userId="017a25e4-45ee-43b5-b445-9e333b4ac5f2" providerId="ADAL" clId="{7D2508AB-DFFE-4813-ABEF-217FEDB47ECA}" dt="2025-03-03T11:59:13.066" v="19"/>
        <pc:sldMkLst>
          <pc:docMk/>
          <pc:sldMk cId="0" sldId="274"/>
        </pc:sldMkLst>
      </pc:sldChg>
      <pc:sldChg chg="modTransition">
        <pc:chgData name="Tiago Gouveia Filipe" userId="017a25e4-45ee-43b5-b445-9e333b4ac5f2" providerId="ADAL" clId="{7D2508AB-DFFE-4813-ABEF-217FEDB47ECA}" dt="2025-03-03T12:05:18.741" v="45"/>
        <pc:sldMkLst>
          <pc:docMk/>
          <pc:sldMk cId="0" sldId="275"/>
        </pc:sldMkLst>
      </pc:sldChg>
      <pc:sldChg chg="modTransition">
        <pc:chgData name="Tiago Gouveia Filipe" userId="017a25e4-45ee-43b5-b445-9e333b4ac5f2" providerId="ADAL" clId="{7D2508AB-DFFE-4813-ABEF-217FEDB47ECA}" dt="2025-03-03T12:04:25.137" v="39"/>
        <pc:sldMkLst>
          <pc:docMk/>
          <pc:sldMk cId="832573319" sldId="315"/>
        </pc:sldMkLst>
      </pc:sldChg>
      <pc:sldChg chg="modTransition">
        <pc:chgData name="Tiago Gouveia Filipe" userId="017a25e4-45ee-43b5-b445-9e333b4ac5f2" providerId="ADAL" clId="{7D2508AB-DFFE-4813-ABEF-217FEDB47ECA}" dt="2025-03-03T11:57:11.937" v="10"/>
        <pc:sldMkLst>
          <pc:docMk/>
          <pc:sldMk cId="866773775" sldId="316"/>
        </pc:sldMkLst>
      </pc:sldChg>
      <pc:sldChg chg="modTransition">
        <pc:chgData name="Tiago Gouveia Filipe" userId="017a25e4-45ee-43b5-b445-9e333b4ac5f2" providerId="ADAL" clId="{7D2508AB-DFFE-4813-ABEF-217FEDB47ECA}" dt="2025-03-03T12:04:58.472" v="41"/>
        <pc:sldMkLst>
          <pc:docMk/>
          <pc:sldMk cId="4153172046" sldId="317"/>
        </pc:sldMkLst>
      </pc:sldChg>
      <pc:sldChg chg="modTransition">
        <pc:chgData name="Tiago Gouveia Filipe" userId="017a25e4-45ee-43b5-b445-9e333b4ac5f2" providerId="ADAL" clId="{7D2508AB-DFFE-4813-ABEF-217FEDB47ECA}" dt="2025-03-03T11:57:21.183" v="13"/>
        <pc:sldMkLst>
          <pc:docMk/>
          <pc:sldMk cId="3756443043" sldId="318"/>
        </pc:sldMkLst>
      </pc:sldChg>
      <pc:sldChg chg="modTransition">
        <pc:chgData name="Tiago Gouveia Filipe" userId="017a25e4-45ee-43b5-b445-9e333b4ac5f2" providerId="ADAL" clId="{7D2508AB-DFFE-4813-ABEF-217FEDB47ECA}" dt="2025-03-03T12:05:04.451" v="43"/>
        <pc:sldMkLst>
          <pc:docMk/>
          <pc:sldMk cId="802266080" sldId="319"/>
        </pc:sldMkLst>
      </pc:sldChg>
      <pc:sldChg chg="addSp modSp mod modTransition">
        <pc:chgData name="Tiago Gouveia Filipe" userId="017a25e4-45ee-43b5-b445-9e333b4ac5f2" providerId="ADAL" clId="{7D2508AB-DFFE-4813-ABEF-217FEDB47ECA}" dt="2025-03-03T14:27:38.980" v="316" actId="20577"/>
        <pc:sldMkLst>
          <pc:docMk/>
          <pc:sldMk cId="4180372404" sldId="320"/>
        </pc:sldMkLst>
        <pc:spChg chg="add mod">
          <ac:chgData name="Tiago Gouveia Filipe" userId="017a25e4-45ee-43b5-b445-9e333b4ac5f2" providerId="ADAL" clId="{7D2508AB-DFFE-4813-ABEF-217FEDB47ECA}" dt="2025-03-03T14:24:03.469" v="237" actId="1035"/>
          <ac:spMkLst>
            <pc:docMk/>
            <pc:sldMk cId="4180372404" sldId="320"/>
            <ac:spMk id="5" creationId="{46D39FB3-D6C0-CA63-2D6C-B2C7FAFB274F}"/>
          </ac:spMkLst>
        </pc:spChg>
        <pc:spChg chg="add mod">
          <ac:chgData name="Tiago Gouveia Filipe" userId="017a25e4-45ee-43b5-b445-9e333b4ac5f2" providerId="ADAL" clId="{7D2508AB-DFFE-4813-ABEF-217FEDB47ECA}" dt="2025-03-03T14:27:38.980" v="316" actId="20577"/>
          <ac:spMkLst>
            <pc:docMk/>
            <pc:sldMk cId="4180372404" sldId="320"/>
            <ac:spMk id="7" creationId="{A57E4143-8FA7-9212-9414-1970081A5ABC}"/>
          </ac:spMkLst>
        </pc:spChg>
        <pc:spChg chg="add mod">
          <ac:chgData name="Tiago Gouveia Filipe" userId="017a25e4-45ee-43b5-b445-9e333b4ac5f2" providerId="ADAL" clId="{7D2508AB-DFFE-4813-ABEF-217FEDB47ECA}" dt="2025-03-03T14:24:03.469" v="237" actId="1035"/>
          <ac:spMkLst>
            <pc:docMk/>
            <pc:sldMk cId="4180372404" sldId="320"/>
            <ac:spMk id="13" creationId="{CC39E438-9F80-DC4C-E407-1FC1BC8DEE1E}"/>
          </ac:spMkLst>
        </pc:spChg>
        <pc:spChg chg="add mod">
          <ac:chgData name="Tiago Gouveia Filipe" userId="017a25e4-45ee-43b5-b445-9e333b4ac5f2" providerId="ADAL" clId="{7D2508AB-DFFE-4813-ABEF-217FEDB47ECA}" dt="2025-03-03T14:26:20.205" v="314" actId="20577"/>
          <ac:spMkLst>
            <pc:docMk/>
            <pc:sldMk cId="4180372404" sldId="320"/>
            <ac:spMk id="17" creationId="{58910719-0C41-F55C-9FAB-587B5E2A7C24}"/>
          </ac:spMkLst>
        </pc:spChg>
        <pc:picChg chg="mod">
          <ac:chgData name="Tiago Gouveia Filipe" userId="017a25e4-45ee-43b5-b445-9e333b4ac5f2" providerId="ADAL" clId="{7D2508AB-DFFE-4813-ABEF-217FEDB47ECA}" dt="2025-03-03T14:24:03.469" v="237" actId="1035"/>
          <ac:picMkLst>
            <pc:docMk/>
            <pc:sldMk cId="4180372404" sldId="320"/>
            <ac:picMk id="3" creationId="{248609B2-AD58-C10A-0266-7E83DA39A7AA}"/>
          </ac:picMkLst>
        </pc:picChg>
        <pc:picChg chg="add mod modCrop">
          <ac:chgData name="Tiago Gouveia Filipe" userId="017a25e4-45ee-43b5-b445-9e333b4ac5f2" providerId="ADAL" clId="{7D2508AB-DFFE-4813-ABEF-217FEDB47ECA}" dt="2025-03-03T14:24:03.469" v="237" actId="1035"/>
          <ac:picMkLst>
            <pc:docMk/>
            <pc:sldMk cId="4180372404" sldId="320"/>
            <ac:picMk id="4" creationId="{D038EEC4-9C13-9FD3-DA1A-0188B47A8EDB}"/>
          </ac:picMkLst>
        </pc:picChg>
        <pc:cxnChg chg="add mod">
          <ac:chgData name="Tiago Gouveia Filipe" userId="017a25e4-45ee-43b5-b445-9e333b4ac5f2" providerId="ADAL" clId="{7D2508AB-DFFE-4813-ABEF-217FEDB47ECA}" dt="2025-03-03T14:24:03.469" v="237" actId="1035"/>
          <ac:cxnSpMkLst>
            <pc:docMk/>
            <pc:sldMk cId="4180372404" sldId="320"/>
            <ac:cxnSpMk id="6" creationId="{67DF9EA9-C5DF-E7E1-9537-E5555396EA31}"/>
          </ac:cxnSpMkLst>
        </pc:cxnChg>
        <pc:cxnChg chg="add mod">
          <ac:chgData name="Tiago Gouveia Filipe" userId="017a25e4-45ee-43b5-b445-9e333b4ac5f2" providerId="ADAL" clId="{7D2508AB-DFFE-4813-ABEF-217FEDB47ECA}" dt="2025-03-03T14:24:03.469" v="237" actId="1035"/>
          <ac:cxnSpMkLst>
            <pc:docMk/>
            <pc:sldMk cId="4180372404" sldId="320"/>
            <ac:cxnSpMk id="14" creationId="{118FDCD2-9369-DB7C-B6F0-02989779ADD9}"/>
          </ac:cxnSpMkLst>
        </pc:cxnChg>
      </pc:sldChg>
      <pc:sldChg chg="modTransition">
        <pc:chgData name="Tiago Gouveia Filipe" userId="017a25e4-45ee-43b5-b445-9e333b4ac5f2" providerId="ADAL" clId="{7D2508AB-DFFE-4813-ABEF-217FEDB47ECA}" dt="2025-03-03T11:55:23.675" v="3"/>
        <pc:sldMkLst>
          <pc:docMk/>
          <pc:sldMk cId="443628167" sldId="321"/>
        </pc:sldMkLst>
      </pc:sldChg>
      <pc:sldChg chg="modTransition">
        <pc:chgData name="Tiago Gouveia Filipe" userId="017a25e4-45ee-43b5-b445-9e333b4ac5f2" providerId="ADAL" clId="{7D2508AB-DFFE-4813-ABEF-217FEDB47ECA}" dt="2025-03-03T11:59:35.183" v="20"/>
        <pc:sldMkLst>
          <pc:docMk/>
          <pc:sldMk cId="373477173" sldId="322"/>
        </pc:sldMkLst>
      </pc:sldChg>
      <pc:sldChg chg="modTransition">
        <pc:chgData name="Tiago Gouveia Filipe" userId="017a25e4-45ee-43b5-b445-9e333b4ac5f2" providerId="ADAL" clId="{7D2508AB-DFFE-4813-ABEF-217FEDB47ECA}" dt="2025-03-03T11:59:42.899" v="23"/>
        <pc:sldMkLst>
          <pc:docMk/>
          <pc:sldMk cId="10661920" sldId="323"/>
        </pc:sldMkLst>
      </pc:sldChg>
      <pc:sldChg chg="modTransition">
        <pc:chgData name="Tiago Gouveia Filipe" userId="017a25e4-45ee-43b5-b445-9e333b4ac5f2" providerId="ADAL" clId="{7D2508AB-DFFE-4813-ABEF-217FEDB47ECA}" dt="2025-03-03T12:00:41.177" v="33"/>
        <pc:sldMkLst>
          <pc:docMk/>
          <pc:sldMk cId="1668524322" sldId="325"/>
        </pc:sldMkLst>
      </pc:sldChg>
      <pc:sldChg chg="modTransition">
        <pc:chgData name="Tiago Gouveia Filipe" userId="017a25e4-45ee-43b5-b445-9e333b4ac5f2" providerId="ADAL" clId="{7D2508AB-DFFE-4813-ABEF-217FEDB47ECA}" dt="2025-03-03T12:05:23.284" v="47"/>
        <pc:sldMkLst>
          <pc:docMk/>
          <pc:sldMk cId="827039952" sldId="326"/>
        </pc:sldMkLst>
      </pc:sldChg>
      <pc:sldChg chg="modTransition">
        <pc:chgData name="Tiago Gouveia Filipe" userId="017a25e4-45ee-43b5-b445-9e333b4ac5f2" providerId="ADAL" clId="{7D2508AB-DFFE-4813-ABEF-217FEDB47ECA}" dt="2025-03-03T11:59:54.018" v="26"/>
        <pc:sldMkLst>
          <pc:docMk/>
          <pc:sldMk cId="250538817" sldId="327"/>
        </pc:sldMkLst>
      </pc:sldChg>
      <pc:sldChg chg="modTransition">
        <pc:chgData name="Tiago Gouveia Filipe" userId="017a25e4-45ee-43b5-b445-9e333b4ac5f2" providerId="ADAL" clId="{7D2508AB-DFFE-4813-ABEF-217FEDB47ECA}" dt="2025-03-03T11:54:45.629" v="0"/>
        <pc:sldMkLst>
          <pc:docMk/>
          <pc:sldMk cId="1556242977" sldId="328"/>
        </pc:sldMkLst>
      </pc:sldChg>
      <pc:sldChg chg="modTransition">
        <pc:chgData name="Tiago Gouveia Filipe" userId="017a25e4-45ee-43b5-b445-9e333b4ac5f2" providerId="ADAL" clId="{7D2508AB-DFFE-4813-ABEF-217FEDB47ECA}" dt="2025-03-03T12:00:00.118" v="27"/>
        <pc:sldMkLst>
          <pc:docMk/>
          <pc:sldMk cId="1507580269" sldId="329"/>
        </pc:sldMkLst>
      </pc:sldChg>
      <pc:sldChg chg="modTransition">
        <pc:chgData name="Tiago Gouveia Filipe" userId="017a25e4-45ee-43b5-b445-9e333b4ac5f2" providerId="ADAL" clId="{7D2508AB-DFFE-4813-ABEF-217FEDB47ECA}" dt="2025-03-03T12:00:13.685" v="28"/>
        <pc:sldMkLst>
          <pc:docMk/>
          <pc:sldMk cId="3481571393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id="{F8FD1BCD-5248-F4EC-C46A-B01138E3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e0311922a_0_61:notes">
            <a:extLst>
              <a:ext uri="{FF2B5EF4-FFF2-40B4-BE49-F238E27FC236}">
                <a16:creationId xmlns:a16="http://schemas.microsoft.com/office/drawing/2014/main" id="{01AFB486-C3ED-A5BE-B778-60F8EEEC4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e0311922a_0_61:notes">
            <a:extLst>
              <a:ext uri="{FF2B5EF4-FFF2-40B4-BE49-F238E27FC236}">
                <a16:creationId xmlns:a16="http://schemas.microsoft.com/office/drawing/2014/main" id="{8FAAE5F2-9446-F408-9C70-B0966AA2E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150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74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>
          <a:extLst>
            <a:ext uri="{FF2B5EF4-FFF2-40B4-BE49-F238E27FC236}">
              <a16:creationId xmlns:a16="http://schemas.microsoft.com/office/drawing/2014/main" id="{421866A6-734B-BE8E-5141-AC3FA5CC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32ec8906c9_0_59:notes">
            <a:extLst>
              <a:ext uri="{FF2B5EF4-FFF2-40B4-BE49-F238E27FC236}">
                <a16:creationId xmlns:a16="http://schemas.microsoft.com/office/drawing/2014/main" id="{3FC04C89-975F-8DD0-A07B-96111DB3F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32ec8906c9_0_59:notes">
            <a:extLst>
              <a:ext uri="{FF2B5EF4-FFF2-40B4-BE49-F238E27FC236}">
                <a16:creationId xmlns:a16="http://schemas.microsoft.com/office/drawing/2014/main" id="{7E11F24D-C7A4-6079-BC7E-9C1E0EC47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27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14b34e526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14b34e526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>
          <a:extLst>
            <a:ext uri="{FF2B5EF4-FFF2-40B4-BE49-F238E27FC236}">
              <a16:creationId xmlns:a16="http://schemas.microsoft.com/office/drawing/2014/main" id="{11448883-4E83-5605-10A0-F7DDA04C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14b34e5260_0_9:notes">
            <a:extLst>
              <a:ext uri="{FF2B5EF4-FFF2-40B4-BE49-F238E27FC236}">
                <a16:creationId xmlns:a16="http://schemas.microsoft.com/office/drawing/2014/main" id="{E4C87258-EBF1-3384-BEAD-8AF7BB9B3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14b34e5260_0_9:notes">
            <a:extLst>
              <a:ext uri="{FF2B5EF4-FFF2-40B4-BE49-F238E27FC236}">
                <a16:creationId xmlns:a16="http://schemas.microsoft.com/office/drawing/2014/main" id="{92F3812D-CFE8-E46F-6A01-4C7695888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206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A7E2A31B-6C64-1F0E-04DA-65078223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431007ba2_0_215:notes">
            <a:extLst>
              <a:ext uri="{FF2B5EF4-FFF2-40B4-BE49-F238E27FC236}">
                <a16:creationId xmlns:a16="http://schemas.microsoft.com/office/drawing/2014/main" id="{4D125038-9828-94E9-FD04-CF739F6BA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431007ba2_0_215:notes">
            <a:extLst>
              <a:ext uri="{FF2B5EF4-FFF2-40B4-BE49-F238E27FC236}">
                <a16:creationId xmlns:a16="http://schemas.microsoft.com/office/drawing/2014/main" id="{0FF30A83-A73A-17EA-D5DF-BE4F2667A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3227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>
          <a:extLst>
            <a:ext uri="{FF2B5EF4-FFF2-40B4-BE49-F238E27FC236}">
              <a16:creationId xmlns:a16="http://schemas.microsoft.com/office/drawing/2014/main" id="{C00776FB-7186-896A-3EC5-19A1B25F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14b34e5260_0_9:notes">
            <a:extLst>
              <a:ext uri="{FF2B5EF4-FFF2-40B4-BE49-F238E27FC236}">
                <a16:creationId xmlns:a16="http://schemas.microsoft.com/office/drawing/2014/main" id="{B4B6317F-B0F0-A46D-9679-87CEBB3B4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14b34e5260_0_9:notes">
            <a:extLst>
              <a:ext uri="{FF2B5EF4-FFF2-40B4-BE49-F238E27FC236}">
                <a16:creationId xmlns:a16="http://schemas.microsoft.com/office/drawing/2014/main" id="{BF3D79E1-875C-FDCB-E95E-93089BCCA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432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D338766F-C42B-7769-98C1-1AC13EC8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431007ba2_0_215:notes">
            <a:extLst>
              <a:ext uri="{FF2B5EF4-FFF2-40B4-BE49-F238E27FC236}">
                <a16:creationId xmlns:a16="http://schemas.microsoft.com/office/drawing/2014/main" id="{E49F48C6-4E2A-3566-972A-AAD2BD7E5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431007ba2_0_215:notes">
            <a:extLst>
              <a:ext uri="{FF2B5EF4-FFF2-40B4-BE49-F238E27FC236}">
                <a16:creationId xmlns:a16="http://schemas.microsoft.com/office/drawing/2014/main" id="{1F85F0E9-1408-8117-C419-F29AC8B2E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167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>
          <a:extLst>
            <a:ext uri="{FF2B5EF4-FFF2-40B4-BE49-F238E27FC236}">
              <a16:creationId xmlns:a16="http://schemas.microsoft.com/office/drawing/2014/main" id="{0E671418-69BB-9485-CFB6-737BB59E8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14b34e5260_0_9:notes">
            <a:extLst>
              <a:ext uri="{FF2B5EF4-FFF2-40B4-BE49-F238E27FC236}">
                <a16:creationId xmlns:a16="http://schemas.microsoft.com/office/drawing/2014/main" id="{E9F26514-2DA5-3F52-FCB3-686646AD8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14b34e5260_0_9:notes">
            <a:extLst>
              <a:ext uri="{FF2B5EF4-FFF2-40B4-BE49-F238E27FC236}">
                <a16:creationId xmlns:a16="http://schemas.microsoft.com/office/drawing/2014/main" id="{FB59530C-8980-CE7C-69D2-B869B1754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706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26EDB4A7-FEAA-1018-009F-E3973C96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431007ba2_0_215:notes">
            <a:extLst>
              <a:ext uri="{FF2B5EF4-FFF2-40B4-BE49-F238E27FC236}">
                <a16:creationId xmlns:a16="http://schemas.microsoft.com/office/drawing/2014/main" id="{566D0F4D-911F-FF05-6A98-AB63F5928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431007ba2_0_215:notes">
            <a:extLst>
              <a:ext uri="{FF2B5EF4-FFF2-40B4-BE49-F238E27FC236}">
                <a16:creationId xmlns:a16="http://schemas.microsoft.com/office/drawing/2014/main" id="{86BB47F0-2CC8-2D37-3B9D-16D740DF2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568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32ec8906c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32ec8906c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32ec8906c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32ec8906c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>
          <a:extLst>
            <a:ext uri="{FF2B5EF4-FFF2-40B4-BE49-F238E27FC236}">
              <a16:creationId xmlns:a16="http://schemas.microsoft.com/office/drawing/2014/main" id="{2B0B63E3-D138-06B7-432F-E5A54390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32ec8906c9_0_94:notes">
            <a:extLst>
              <a:ext uri="{FF2B5EF4-FFF2-40B4-BE49-F238E27FC236}">
                <a16:creationId xmlns:a16="http://schemas.microsoft.com/office/drawing/2014/main" id="{5D2FC256-03CB-7F75-A4B4-52F7902A5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32ec8906c9_0_94:notes">
            <a:extLst>
              <a:ext uri="{FF2B5EF4-FFF2-40B4-BE49-F238E27FC236}">
                <a16:creationId xmlns:a16="http://schemas.microsoft.com/office/drawing/2014/main" id="{A9C91432-8547-443F-74A6-256FD3425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662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32ec8906c9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32ec8906c9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>
          <a:extLst>
            <a:ext uri="{FF2B5EF4-FFF2-40B4-BE49-F238E27FC236}">
              <a16:creationId xmlns:a16="http://schemas.microsoft.com/office/drawing/2014/main" id="{84C65590-B0C7-1E01-8AAF-BC1FB6F6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32ec8906c9_0_99:notes">
            <a:extLst>
              <a:ext uri="{FF2B5EF4-FFF2-40B4-BE49-F238E27FC236}">
                <a16:creationId xmlns:a16="http://schemas.microsoft.com/office/drawing/2014/main" id="{CABC06CA-A5A5-6F5E-4C82-AD84B890A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32ec8906c9_0_99:notes">
            <a:extLst>
              <a:ext uri="{FF2B5EF4-FFF2-40B4-BE49-F238E27FC236}">
                <a16:creationId xmlns:a16="http://schemas.microsoft.com/office/drawing/2014/main" id="{797570B0-3274-973B-FC57-15F90314AE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750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>
          <a:extLst>
            <a:ext uri="{FF2B5EF4-FFF2-40B4-BE49-F238E27FC236}">
              <a16:creationId xmlns:a16="http://schemas.microsoft.com/office/drawing/2014/main" id="{C523EA91-AB3A-38A7-517E-7C1988C8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32ec8906c9_0_99:notes">
            <a:extLst>
              <a:ext uri="{FF2B5EF4-FFF2-40B4-BE49-F238E27FC236}">
                <a16:creationId xmlns:a16="http://schemas.microsoft.com/office/drawing/2014/main" id="{FEC38517-42C3-EFCC-F51E-ECA12A464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32ec8906c9_0_99:notes">
            <a:extLst>
              <a:ext uri="{FF2B5EF4-FFF2-40B4-BE49-F238E27FC236}">
                <a16:creationId xmlns:a16="http://schemas.microsoft.com/office/drawing/2014/main" id="{85AF2E1F-C869-8A22-9E4B-04B4D4FC5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579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>
          <a:extLst>
            <a:ext uri="{FF2B5EF4-FFF2-40B4-BE49-F238E27FC236}">
              <a16:creationId xmlns:a16="http://schemas.microsoft.com/office/drawing/2014/main" id="{1B05B6F8-FD5B-E666-6B90-727D8E4B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32ec8906c9_0_99:notes">
            <a:extLst>
              <a:ext uri="{FF2B5EF4-FFF2-40B4-BE49-F238E27FC236}">
                <a16:creationId xmlns:a16="http://schemas.microsoft.com/office/drawing/2014/main" id="{2A5B8116-0DFF-8164-6EE4-014683943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32ec8906c9_0_99:notes">
            <a:extLst>
              <a:ext uri="{FF2B5EF4-FFF2-40B4-BE49-F238E27FC236}">
                <a16:creationId xmlns:a16="http://schemas.microsoft.com/office/drawing/2014/main" id="{F4C5BDC6-D161-5307-FADA-BF61E48BC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253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>
          <a:extLst>
            <a:ext uri="{FF2B5EF4-FFF2-40B4-BE49-F238E27FC236}">
              <a16:creationId xmlns:a16="http://schemas.microsoft.com/office/drawing/2014/main" id="{919CDF5A-D272-6715-2528-C5B6F206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32ec8906c9_0_99:notes">
            <a:extLst>
              <a:ext uri="{FF2B5EF4-FFF2-40B4-BE49-F238E27FC236}">
                <a16:creationId xmlns:a16="http://schemas.microsoft.com/office/drawing/2014/main" id="{9F72C0A2-25B3-B9B8-22A5-2A49D4C8E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32ec8906c9_0_99:notes">
            <a:extLst>
              <a:ext uri="{FF2B5EF4-FFF2-40B4-BE49-F238E27FC236}">
                <a16:creationId xmlns:a16="http://schemas.microsoft.com/office/drawing/2014/main" id="{67D14EB6-4D17-3E74-E447-B8709C918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161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id="{DE2C0AFF-C196-A576-C32A-E33F56A76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e0311922a_0_61:notes">
            <a:extLst>
              <a:ext uri="{FF2B5EF4-FFF2-40B4-BE49-F238E27FC236}">
                <a16:creationId xmlns:a16="http://schemas.microsoft.com/office/drawing/2014/main" id="{94A5F440-58C3-ABAF-2AE4-628A056A2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e0311922a_0_61:notes">
            <a:extLst>
              <a:ext uri="{FF2B5EF4-FFF2-40B4-BE49-F238E27FC236}">
                <a16:creationId xmlns:a16="http://schemas.microsoft.com/office/drawing/2014/main" id="{824515A9-778A-CC1A-ECF5-168DEA044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36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0075" y="890538"/>
            <a:ext cx="3413100" cy="273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6395" y="3877075"/>
            <a:ext cx="3847800" cy="4281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214313" dist="47625" dir="5400000" algn="bl" rotWithShape="0">
              <a:schemeClr val="dk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13225" y="890538"/>
            <a:ext cx="0" cy="3510138"/>
            <a:chOff x="713225" y="890538"/>
            <a:chExt cx="0" cy="3510138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713225" y="930275"/>
              <a:ext cx="0" cy="3470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13225" y="890538"/>
              <a:ext cx="0" cy="24861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713225" y="3876475"/>
              <a:ext cx="0" cy="4293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 rot="-900090" flipH="1">
            <a:off x="7627414" y="-285696"/>
            <a:ext cx="1773764" cy="5494415"/>
          </a:xfrm>
          <a:custGeom>
            <a:avLst/>
            <a:gdLst/>
            <a:ahLst/>
            <a:cxnLst/>
            <a:rect l="l" t="t" r="r" b="b"/>
            <a:pathLst>
              <a:path w="57571" h="178332" extrusionOk="0">
                <a:moveTo>
                  <a:pt x="17623" y="94521"/>
                </a:moveTo>
                <a:cubicBezTo>
                  <a:pt x="17687" y="94521"/>
                  <a:pt x="17750" y="94524"/>
                  <a:pt x="17813" y="94531"/>
                </a:cubicBezTo>
                <a:cubicBezTo>
                  <a:pt x="18390" y="94562"/>
                  <a:pt x="18876" y="94987"/>
                  <a:pt x="19059" y="95534"/>
                </a:cubicBezTo>
                <a:cubicBezTo>
                  <a:pt x="19272" y="96081"/>
                  <a:pt x="19211" y="96720"/>
                  <a:pt x="19028" y="97297"/>
                </a:cubicBezTo>
                <a:cubicBezTo>
                  <a:pt x="18603" y="98422"/>
                  <a:pt x="17600" y="99273"/>
                  <a:pt x="16536" y="99790"/>
                </a:cubicBezTo>
                <a:cubicBezTo>
                  <a:pt x="15442" y="100367"/>
                  <a:pt x="14226" y="100641"/>
                  <a:pt x="12980" y="100762"/>
                </a:cubicBezTo>
                <a:cubicBezTo>
                  <a:pt x="12918" y="100768"/>
                  <a:pt x="12857" y="100773"/>
                  <a:pt x="12795" y="100777"/>
                </a:cubicBezTo>
                <a:lnTo>
                  <a:pt x="12795" y="100777"/>
                </a:lnTo>
                <a:cubicBezTo>
                  <a:pt x="12928" y="100384"/>
                  <a:pt x="13070" y="99994"/>
                  <a:pt x="13223" y="99607"/>
                </a:cubicBezTo>
                <a:cubicBezTo>
                  <a:pt x="13709" y="98483"/>
                  <a:pt x="14226" y="97328"/>
                  <a:pt x="14925" y="96355"/>
                </a:cubicBezTo>
                <a:cubicBezTo>
                  <a:pt x="15290" y="95869"/>
                  <a:pt x="15715" y="95413"/>
                  <a:pt x="16202" y="95048"/>
                </a:cubicBezTo>
                <a:cubicBezTo>
                  <a:pt x="16606" y="94725"/>
                  <a:pt x="17129" y="94521"/>
                  <a:pt x="17623" y="94521"/>
                </a:cubicBezTo>
                <a:close/>
                <a:moveTo>
                  <a:pt x="15381" y="1"/>
                </a:moveTo>
                <a:lnTo>
                  <a:pt x="15350" y="31"/>
                </a:lnTo>
                <a:cubicBezTo>
                  <a:pt x="17387" y="1490"/>
                  <a:pt x="19302" y="3071"/>
                  <a:pt x="21004" y="4895"/>
                </a:cubicBezTo>
                <a:cubicBezTo>
                  <a:pt x="22706" y="6688"/>
                  <a:pt x="24196" y="8694"/>
                  <a:pt x="25320" y="10913"/>
                </a:cubicBezTo>
                <a:cubicBezTo>
                  <a:pt x="26445" y="13132"/>
                  <a:pt x="27144" y="15533"/>
                  <a:pt x="27448" y="17995"/>
                </a:cubicBezTo>
                <a:cubicBezTo>
                  <a:pt x="27722" y="20457"/>
                  <a:pt x="27570" y="22950"/>
                  <a:pt x="27144" y="25381"/>
                </a:cubicBezTo>
                <a:cubicBezTo>
                  <a:pt x="26718" y="27813"/>
                  <a:pt x="25989" y="30214"/>
                  <a:pt x="25107" y="32524"/>
                </a:cubicBezTo>
                <a:cubicBezTo>
                  <a:pt x="24226" y="34834"/>
                  <a:pt x="23193" y="37084"/>
                  <a:pt x="22068" y="39302"/>
                </a:cubicBezTo>
                <a:cubicBezTo>
                  <a:pt x="19819" y="43740"/>
                  <a:pt x="17235" y="47996"/>
                  <a:pt x="14651" y="52251"/>
                </a:cubicBezTo>
                <a:cubicBezTo>
                  <a:pt x="12068" y="56476"/>
                  <a:pt x="9454" y="60701"/>
                  <a:pt x="7052" y="65078"/>
                </a:cubicBezTo>
                <a:cubicBezTo>
                  <a:pt x="4682" y="69455"/>
                  <a:pt x="2493" y="73953"/>
                  <a:pt x="1186" y="78786"/>
                </a:cubicBezTo>
                <a:cubicBezTo>
                  <a:pt x="517" y="81188"/>
                  <a:pt x="92" y="83650"/>
                  <a:pt x="61" y="86142"/>
                </a:cubicBezTo>
                <a:cubicBezTo>
                  <a:pt x="1" y="88634"/>
                  <a:pt x="396" y="91157"/>
                  <a:pt x="1247" y="93498"/>
                </a:cubicBezTo>
                <a:cubicBezTo>
                  <a:pt x="1672" y="94683"/>
                  <a:pt x="2250" y="95777"/>
                  <a:pt x="3040" y="96780"/>
                </a:cubicBezTo>
                <a:cubicBezTo>
                  <a:pt x="3800" y="97783"/>
                  <a:pt x="4742" y="98635"/>
                  <a:pt x="5806" y="99303"/>
                </a:cubicBezTo>
                <a:cubicBezTo>
                  <a:pt x="7646" y="100433"/>
                  <a:pt x="9827" y="101018"/>
                  <a:pt x="11995" y="101018"/>
                </a:cubicBezTo>
                <a:cubicBezTo>
                  <a:pt x="12119" y="101018"/>
                  <a:pt x="12243" y="101016"/>
                  <a:pt x="12367" y="101012"/>
                </a:cubicBezTo>
                <a:lnTo>
                  <a:pt x="12367" y="101012"/>
                </a:lnTo>
                <a:cubicBezTo>
                  <a:pt x="12144" y="101692"/>
                  <a:pt x="11950" y="102382"/>
                  <a:pt x="11794" y="103072"/>
                </a:cubicBezTo>
                <a:cubicBezTo>
                  <a:pt x="11217" y="105504"/>
                  <a:pt x="10943" y="107996"/>
                  <a:pt x="10943" y="110489"/>
                </a:cubicBezTo>
                <a:cubicBezTo>
                  <a:pt x="11004" y="115504"/>
                  <a:pt x="12189" y="120519"/>
                  <a:pt x="14651" y="124896"/>
                </a:cubicBezTo>
                <a:cubicBezTo>
                  <a:pt x="15867" y="127085"/>
                  <a:pt x="17387" y="129091"/>
                  <a:pt x="19211" y="130823"/>
                </a:cubicBezTo>
                <a:cubicBezTo>
                  <a:pt x="21004" y="132556"/>
                  <a:pt x="23041" y="134045"/>
                  <a:pt x="25168" y="135352"/>
                </a:cubicBezTo>
                <a:cubicBezTo>
                  <a:pt x="29424" y="137966"/>
                  <a:pt x="34013" y="139942"/>
                  <a:pt x="38451" y="142131"/>
                </a:cubicBezTo>
                <a:cubicBezTo>
                  <a:pt x="40700" y="143225"/>
                  <a:pt x="42889" y="144410"/>
                  <a:pt x="44956" y="145748"/>
                </a:cubicBezTo>
                <a:cubicBezTo>
                  <a:pt x="47023" y="147116"/>
                  <a:pt x="48999" y="148666"/>
                  <a:pt x="50640" y="150489"/>
                </a:cubicBezTo>
                <a:cubicBezTo>
                  <a:pt x="51461" y="151401"/>
                  <a:pt x="52220" y="152404"/>
                  <a:pt x="52889" y="153438"/>
                </a:cubicBezTo>
                <a:cubicBezTo>
                  <a:pt x="53558" y="154471"/>
                  <a:pt x="54105" y="155596"/>
                  <a:pt x="54622" y="156721"/>
                </a:cubicBezTo>
                <a:cubicBezTo>
                  <a:pt x="55655" y="158970"/>
                  <a:pt x="56415" y="161341"/>
                  <a:pt x="56871" y="163803"/>
                </a:cubicBezTo>
                <a:cubicBezTo>
                  <a:pt x="57297" y="166234"/>
                  <a:pt x="57418" y="168727"/>
                  <a:pt x="57145" y="171189"/>
                </a:cubicBezTo>
                <a:cubicBezTo>
                  <a:pt x="56841" y="173651"/>
                  <a:pt x="56172" y="176082"/>
                  <a:pt x="55017" y="178301"/>
                </a:cubicBezTo>
                <a:lnTo>
                  <a:pt x="55047" y="178332"/>
                </a:lnTo>
                <a:cubicBezTo>
                  <a:pt x="56202" y="176113"/>
                  <a:pt x="56932" y="173681"/>
                  <a:pt x="57236" y="171219"/>
                </a:cubicBezTo>
                <a:cubicBezTo>
                  <a:pt x="57570" y="168727"/>
                  <a:pt x="57479" y="166234"/>
                  <a:pt x="57023" y="163772"/>
                </a:cubicBezTo>
                <a:cubicBezTo>
                  <a:pt x="56597" y="161310"/>
                  <a:pt x="55838" y="158909"/>
                  <a:pt x="54834" y="156629"/>
                </a:cubicBezTo>
                <a:cubicBezTo>
                  <a:pt x="54318" y="155505"/>
                  <a:pt x="53771" y="154380"/>
                  <a:pt x="53102" y="153316"/>
                </a:cubicBezTo>
                <a:cubicBezTo>
                  <a:pt x="52433" y="152252"/>
                  <a:pt x="51673" y="151249"/>
                  <a:pt x="50822" y="150337"/>
                </a:cubicBezTo>
                <a:cubicBezTo>
                  <a:pt x="49181" y="148453"/>
                  <a:pt x="47205" y="146872"/>
                  <a:pt x="45138" y="145505"/>
                </a:cubicBezTo>
                <a:cubicBezTo>
                  <a:pt x="43041" y="144137"/>
                  <a:pt x="40852" y="142951"/>
                  <a:pt x="38634" y="141827"/>
                </a:cubicBezTo>
                <a:cubicBezTo>
                  <a:pt x="34165" y="139577"/>
                  <a:pt x="29576" y="137632"/>
                  <a:pt x="25351" y="135048"/>
                </a:cubicBezTo>
                <a:cubicBezTo>
                  <a:pt x="23253" y="133741"/>
                  <a:pt x="21247" y="132282"/>
                  <a:pt x="19454" y="130550"/>
                </a:cubicBezTo>
                <a:cubicBezTo>
                  <a:pt x="17691" y="128848"/>
                  <a:pt x="16171" y="126872"/>
                  <a:pt x="14955" y="124714"/>
                </a:cubicBezTo>
                <a:cubicBezTo>
                  <a:pt x="12524" y="120398"/>
                  <a:pt x="11369" y="115443"/>
                  <a:pt x="11308" y="110489"/>
                </a:cubicBezTo>
                <a:cubicBezTo>
                  <a:pt x="11277" y="108027"/>
                  <a:pt x="11551" y="105534"/>
                  <a:pt x="12129" y="103133"/>
                </a:cubicBezTo>
                <a:cubicBezTo>
                  <a:pt x="12293" y="102419"/>
                  <a:pt x="12491" y="101704"/>
                  <a:pt x="12723" y="100996"/>
                </a:cubicBezTo>
                <a:lnTo>
                  <a:pt x="12723" y="100996"/>
                </a:lnTo>
                <a:cubicBezTo>
                  <a:pt x="12819" y="100990"/>
                  <a:pt x="12914" y="100983"/>
                  <a:pt x="13010" y="100975"/>
                </a:cubicBezTo>
                <a:cubicBezTo>
                  <a:pt x="14256" y="100884"/>
                  <a:pt x="15502" y="100580"/>
                  <a:pt x="16627" y="100033"/>
                </a:cubicBezTo>
                <a:cubicBezTo>
                  <a:pt x="17205" y="99729"/>
                  <a:pt x="17752" y="99394"/>
                  <a:pt x="18208" y="98969"/>
                </a:cubicBezTo>
                <a:cubicBezTo>
                  <a:pt x="18664" y="98513"/>
                  <a:pt x="19059" y="97996"/>
                  <a:pt x="19272" y="97358"/>
                </a:cubicBezTo>
                <a:cubicBezTo>
                  <a:pt x="19484" y="96780"/>
                  <a:pt x="19545" y="96081"/>
                  <a:pt x="19332" y="95443"/>
                </a:cubicBezTo>
                <a:cubicBezTo>
                  <a:pt x="19120" y="94835"/>
                  <a:pt x="18542" y="94288"/>
                  <a:pt x="17843" y="94227"/>
                </a:cubicBezTo>
                <a:cubicBezTo>
                  <a:pt x="17780" y="94221"/>
                  <a:pt x="17717" y="94219"/>
                  <a:pt x="17655" y="94219"/>
                </a:cubicBezTo>
                <a:cubicBezTo>
                  <a:pt x="17055" y="94219"/>
                  <a:pt x="16487" y="94474"/>
                  <a:pt x="16019" y="94805"/>
                </a:cubicBezTo>
                <a:cubicBezTo>
                  <a:pt x="15502" y="95169"/>
                  <a:pt x="15047" y="95656"/>
                  <a:pt x="14682" y="96173"/>
                </a:cubicBezTo>
                <a:cubicBezTo>
                  <a:pt x="13922" y="97176"/>
                  <a:pt x="13405" y="98331"/>
                  <a:pt x="12919" y="99486"/>
                </a:cubicBezTo>
                <a:cubicBezTo>
                  <a:pt x="12749" y="99915"/>
                  <a:pt x="12588" y="100354"/>
                  <a:pt x="12438" y="100797"/>
                </a:cubicBezTo>
                <a:lnTo>
                  <a:pt x="12438" y="100797"/>
                </a:lnTo>
                <a:cubicBezTo>
                  <a:pt x="12277" y="100804"/>
                  <a:pt x="12115" y="100807"/>
                  <a:pt x="11953" y="100807"/>
                </a:cubicBezTo>
                <a:cubicBezTo>
                  <a:pt x="9842" y="100807"/>
                  <a:pt x="7701" y="100245"/>
                  <a:pt x="5897" y="99121"/>
                </a:cubicBezTo>
                <a:cubicBezTo>
                  <a:pt x="4864" y="98483"/>
                  <a:pt x="3922" y="97632"/>
                  <a:pt x="3162" y="96659"/>
                </a:cubicBezTo>
                <a:cubicBezTo>
                  <a:pt x="2402" y="95717"/>
                  <a:pt x="1824" y="94592"/>
                  <a:pt x="1368" y="93437"/>
                </a:cubicBezTo>
                <a:cubicBezTo>
                  <a:pt x="517" y="91127"/>
                  <a:pt x="153" y="88634"/>
                  <a:pt x="183" y="86142"/>
                </a:cubicBezTo>
                <a:cubicBezTo>
                  <a:pt x="213" y="83680"/>
                  <a:pt x="639" y="81188"/>
                  <a:pt x="1308" y="78817"/>
                </a:cubicBezTo>
                <a:cubicBezTo>
                  <a:pt x="2645" y="74014"/>
                  <a:pt x="4834" y="69516"/>
                  <a:pt x="7235" y="65169"/>
                </a:cubicBezTo>
                <a:cubicBezTo>
                  <a:pt x="9636" y="60822"/>
                  <a:pt x="12281" y="56628"/>
                  <a:pt x="14895" y="52373"/>
                </a:cubicBezTo>
                <a:cubicBezTo>
                  <a:pt x="17509" y="48148"/>
                  <a:pt x="20092" y="43892"/>
                  <a:pt x="22341" y="39454"/>
                </a:cubicBezTo>
                <a:cubicBezTo>
                  <a:pt x="23466" y="37236"/>
                  <a:pt x="24500" y="34956"/>
                  <a:pt x="25381" y="32615"/>
                </a:cubicBezTo>
                <a:cubicBezTo>
                  <a:pt x="26263" y="30275"/>
                  <a:pt x="26962" y="27874"/>
                  <a:pt x="27418" y="25412"/>
                </a:cubicBezTo>
                <a:cubicBezTo>
                  <a:pt x="27843" y="22980"/>
                  <a:pt x="27965" y="20457"/>
                  <a:pt x="27661" y="17965"/>
                </a:cubicBezTo>
                <a:cubicBezTo>
                  <a:pt x="27357" y="15472"/>
                  <a:pt x="26627" y="13041"/>
                  <a:pt x="25472" y="10822"/>
                </a:cubicBezTo>
                <a:cubicBezTo>
                  <a:pt x="24348" y="8603"/>
                  <a:pt x="22828" y="6597"/>
                  <a:pt x="21095" y="4803"/>
                </a:cubicBezTo>
                <a:cubicBezTo>
                  <a:pt x="19363" y="3010"/>
                  <a:pt x="17417" y="1430"/>
                  <a:pt x="153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/>
          <p:nvPr/>
        </p:nvSpPr>
        <p:spPr>
          <a:xfrm rot="-3600002" flipH="1">
            <a:off x="-2777428" y="-955567"/>
            <a:ext cx="6891533" cy="2390143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6"/>
          <p:cNvGrpSpPr/>
          <p:nvPr/>
        </p:nvGrpSpPr>
        <p:grpSpPr>
          <a:xfrm>
            <a:off x="713100" y="620075"/>
            <a:ext cx="125" cy="3768175"/>
            <a:chOff x="713100" y="620075"/>
            <a:chExt cx="125" cy="3768175"/>
          </a:xfrm>
        </p:grpSpPr>
        <p:cxnSp>
          <p:nvCxnSpPr>
            <p:cNvPr id="51" name="Google Shape;51;p6"/>
            <p:cNvCxnSpPr/>
            <p:nvPr/>
          </p:nvCxnSpPr>
          <p:spPr>
            <a:xfrm>
              <a:off x="713100" y="628650"/>
              <a:ext cx="0" cy="37596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6"/>
            <p:cNvCxnSpPr/>
            <p:nvPr/>
          </p:nvCxnSpPr>
          <p:spPr>
            <a:xfrm>
              <a:off x="713225" y="1922325"/>
              <a:ext cx="0" cy="18990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6"/>
            <p:cNvCxnSpPr/>
            <p:nvPr/>
          </p:nvCxnSpPr>
          <p:spPr>
            <a:xfrm>
              <a:off x="713225" y="620075"/>
              <a:ext cx="0" cy="4293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952350" y="539500"/>
            <a:ext cx="72393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3"/>
          <p:cNvGrpSpPr/>
          <p:nvPr/>
        </p:nvGrpSpPr>
        <p:grpSpPr>
          <a:xfrm>
            <a:off x="713100" y="620075"/>
            <a:ext cx="125" cy="3768175"/>
            <a:chOff x="713100" y="620075"/>
            <a:chExt cx="125" cy="3768175"/>
          </a:xfrm>
        </p:grpSpPr>
        <p:cxnSp>
          <p:nvCxnSpPr>
            <p:cNvPr id="98" name="Google Shape;98;p13"/>
            <p:cNvCxnSpPr/>
            <p:nvPr/>
          </p:nvCxnSpPr>
          <p:spPr>
            <a:xfrm>
              <a:off x="713100" y="628650"/>
              <a:ext cx="0" cy="37596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13"/>
            <p:cNvCxnSpPr/>
            <p:nvPr/>
          </p:nvCxnSpPr>
          <p:spPr>
            <a:xfrm>
              <a:off x="713225" y="1649555"/>
              <a:ext cx="0" cy="23535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13"/>
            <p:cNvCxnSpPr/>
            <p:nvPr/>
          </p:nvCxnSpPr>
          <p:spPr>
            <a:xfrm>
              <a:off x="713225" y="620075"/>
              <a:ext cx="0" cy="4293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1" name="Google Shape;101;p13"/>
          <p:cNvSpPr/>
          <p:nvPr/>
        </p:nvSpPr>
        <p:spPr>
          <a:xfrm rot="-4500105">
            <a:off x="6331285" y="1089067"/>
            <a:ext cx="5633302" cy="1531776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 rot="-5400000">
            <a:off x="-4039122" y="1858812"/>
            <a:ext cx="6891070" cy="2389983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862650" y="1928114"/>
            <a:ext cx="21921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2"/>
          </p:nvPr>
        </p:nvSpPr>
        <p:spPr>
          <a:xfrm>
            <a:off x="1862650" y="3516114"/>
            <a:ext cx="21921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3"/>
          </p:nvPr>
        </p:nvSpPr>
        <p:spPr>
          <a:xfrm>
            <a:off x="5476373" y="1928114"/>
            <a:ext cx="21921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4"/>
          </p:nvPr>
        </p:nvSpPr>
        <p:spPr>
          <a:xfrm>
            <a:off x="5476373" y="3516114"/>
            <a:ext cx="21921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hasCustomPrompt="1"/>
          </p:nvPr>
        </p:nvSpPr>
        <p:spPr>
          <a:xfrm>
            <a:off x="952451" y="1664300"/>
            <a:ext cx="757800" cy="7800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5" hasCustomPrompt="1"/>
          </p:nvPr>
        </p:nvSpPr>
        <p:spPr>
          <a:xfrm>
            <a:off x="952451" y="3236930"/>
            <a:ext cx="757800" cy="7800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6" hasCustomPrompt="1"/>
          </p:nvPr>
        </p:nvSpPr>
        <p:spPr>
          <a:xfrm>
            <a:off x="4566175" y="3237002"/>
            <a:ext cx="757800" cy="7800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7" hasCustomPrompt="1"/>
          </p:nvPr>
        </p:nvSpPr>
        <p:spPr>
          <a:xfrm>
            <a:off x="4566175" y="1664300"/>
            <a:ext cx="757800" cy="7800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1862655" y="1526495"/>
            <a:ext cx="2192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9"/>
          </p:nvPr>
        </p:nvSpPr>
        <p:spPr>
          <a:xfrm>
            <a:off x="5476376" y="1526495"/>
            <a:ext cx="2192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3"/>
          </p:nvPr>
        </p:nvSpPr>
        <p:spPr>
          <a:xfrm>
            <a:off x="1862655" y="3114695"/>
            <a:ext cx="2192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5476376" y="3114695"/>
            <a:ext cx="2192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5"/>
          </p:nvPr>
        </p:nvSpPr>
        <p:spPr>
          <a:xfrm>
            <a:off x="952400" y="539500"/>
            <a:ext cx="72393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1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1"/>
          <p:cNvSpPr/>
          <p:nvPr/>
        </p:nvSpPr>
        <p:spPr>
          <a:xfrm rot="6299564">
            <a:off x="-2580044" y="1713651"/>
            <a:ext cx="6596245" cy="1793952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1"/>
          <p:cNvSpPr/>
          <p:nvPr/>
        </p:nvSpPr>
        <p:spPr>
          <a:xfrm rot="5623741" flipH="1">
            <a:off x="4988763" y="272562"/>
            <a:ext cx="6891055" cy="2389978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7" name="Google Shape;447;p41"/>
          <p:cNvGrpSpPr/>
          <p:nvPr/>
        </p:nvGrpSpPr>
        <p:grpSpPr>
          <a:xfrm>
            <a:off x="713225" y="890538"/>
            <a:ext cx="0" cy="3510138"/>
            <a:chOff x="713225" y="890538"/>
            <a:chExt cx="0" cy="3510138"/>
          </a:xfrm>
        </p:grpSpPr>
        <p:cxnSp>
          <p:nvCxnSpPr>
            <p:cNvPr id="448" name="Google Shape;448;p41"/>
            <p:cNvCxnSpPr/>
            <p:nvPr/>
          </p:nvCxnSpPr>
          <p:spPr>
            <a:xfrm>
              <a:off x="713225" y="930275"/>
              <a:ext cx="0" cy="3470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449;p41"/>
            <p:cNvCxnSpPr/>
            <p:nvPr/>
          </p:nvCxnSpPr>
          <p:spPr>
            <a:xfrm>
              <a:off x="713225" y="890538"/>
              <a:ext cx="0" cy="24861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41"/>
            <p:cNvCxnSpPr/>
            <p:nvPr/>
          </p:nvCxnSpPr>
          <p:spPr>
            <a:xfrm>
              <a:off x="713225" y="3876475"/>
              <a:ext cx="0" cy="4293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42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2"/>
          <p:cNvSpPr/>
          <p:nvPr/>
        </p:nvSpPr>
        <p:spPr>
          <a:xfrm flipH="1">
            <a:off x="-746447" y="-1125198"/>
            <a:ext cx="2217347" cy="6868457"/>
          </a:xfrm>
          <a:custGeom>
            <a:avLst/>
            <a:gdLst/>
            <a:ahLst/>
            <a:cxnLst/>
            <a:rect l="l" t="t" r="r" b="b"/>
            <a:pathLst>
              <a:path w="57571" h="178332" extrusionOk="0">
                <a:moveTo>
                  <a:pt x="17623" y="94521"/>
                </a:moveTo>
                <a:cubicBezTo>
                  <a:pt x="17687" y="94521"/>
                  <a:pt x="17750" y="94524"/>
                  <a:pt x="17813" y="94531"/>
                </a:cubicBezTo>
                <a:cubicBezTo>
                  <a:pt x="18390" y="94562"/>
                  <a:pt x="18876" y="94987"/>
                  <a:pt x="19059" y="95534"/>
                </a:cubicBezTo>
                <a:cubicBezTo>
                  <a:pt x="19272" y="96081"/>
                  <a:pt x="19211" y="96720"/>
                  <a:pt x="19028" y="97297"/>
                </a:cubicBezTo>
                <a:cubicBezTo>
                  <a:pt x="18603" y="98422"/>
                  <a:pt x="17600" y="99273"/>
                  <a:pt x="16536" y="99790"/>
                </a:cubicBezTo>
                <a:cubicBezTo>
                  <a:pt x="15442" y="100367"/>
                  <a:pt x="14226" y="100641"/>
                  <a:pt x="12980" y="100762"/>
                </a:cubicBezTo>
                <a:cubicBezTo>
                  <a:pt x="12918" y="100768"/>
                  <a:pt x="12857" y="100773"/>
                  <a:pt x="12795" y="100777"/>
                </a:cubicBezTo>
                <a:lnTo>
                  <a:pt x="12795" y="100777"/>
                </a:lnTo>
                <a:cubicBezTo>
                  <a:pt x="12928" y="100384"/>
                  <a:pt x="13070" y="99994"/>
                  <a:pt x="13223" y="99607"/>
                </a:cubicBezTo>
                <a:cubicBezTo>
                  <a:pt x="13709" y="98483"/>
                  <a:pt x="14226" y="97328"/>
                  <a:pt x="14925" y="96355"/>
                </a:cubicBezTo>
                <a:cubicBezTo>
                  <a:pt x="15290" y="95869"/>
                  <a:pt x="15715" y="95413"/>
                  <a:pt x="16202" y="95048"/>
                </a:cubicBezTo>
                <a:cubicBezTo>
                  <a:pt x="16606" y="94725"/>
                  <a:pt x="17129" y="94521"/>
                  <a:pt x="17623" y="94521"/>
                </a:cubicBezTo>
                <a:close/>
                <a:moveTo>
                  <a:pt x="15381" y="1"/>
                </a:moveTo>
                <a:lnTo>
                  <a:pt x="15350" y="31"/>
                </a:lnTo>
                <a:cubicBezTo>
                  <a:pt x="17387" y="1490"/>
                  <a:pt x="19302" y="3071"/>
                  <a:pt x="21004" y="4895"/>
                </a:cubicBezTo>
                <a:cubicBezTo>
                  <a:pt x="22706" y="6688"/>
                  <a:pt x="24196" y="8694"/>
                  <a:pt x="25320" y="10913"/>
                </a:cubicBezTo>
                <a:cubicBezTo>
                  <a:pt x="26445" y="13132"/>
                  <a:pt x="27144" y="15533"/>
                  <a:pt x="27448" y="17995"/>
                </a:cubicBezTo>
                <a:cubicBezTo>
                  <a:pt x="27722" y="20457"/>
                  <a:pt x="27570" y="22950"/>
                  <a:pt x="27144" y="25381"/>
                </a:cubicBezTo>
                <a:cubicBezTo>
                  <a:pt x="26718" y="27813"/>
                  <a:pt x="25989" y="30214"/>
                  <a:pt x="25107" y="32524"/>
                </a:cubicBezTo>
                <a:cubicBezTo>
                  <a:pt x="24226" y="34834"/>
                  <a:pt x="23193" y="37084"/>
                  <a:pt x="22068" y="39302"/>
                </a:cubicBezTo>
                <a:cubicBezTo>
                  <a:pt x="19819" y="43740"/>
                  <a:pt x="17235" y="47996"/>
                  <a:pt x="14651" y="52251"/>
                </a:cubicBezTo>
                <a:cubicBezTo>
                  <a:pt x="12068" y="56476"/>
                  <a:pt x="9454" y="60701"/>
                  <a:pt x="7052" y="65078"/>
                </a:cubicBezTo>
                <a:cubicBezTo>
                  <a:pt x="4682" y="69455"/>
                  <a:pt x="2493" y="73953"/>
                  <a:pt x="1186" y="78786"/>
                </a:cubicBezTo>
                <a:cubicBezTo>
                  <a:pt x="517" y="81188"/>
                  <a:pt x="92" y="83650"/>
                  <a:pt x="61" y="86142"/>
                </a:cubicBezTo>
                <a:cubicBezTo>
                  <a:pt x="1" y="88634"/>
                  <a:pt x="396" y="91157"/>
                  <a:pt x="1247" y="93498"/>
                </a:cubicBezTo>
                <a:cubicBezTo>
                  <a:pt x="1672" y="94683"/>
                  <a:pt x="2250" y="95777"/>
                  <a:pt x="3040" y="96780"/>
                </a:cubicBezTo>
                <a:cubicBezTo>
                  <a:pt x="3800" y="97783"/>
                  <a:pt x="4742" y="98635"/>
                  <a:pt x="5806" y="99303"/>
                </a:cubicBezTo>
                <a:cubicBezTo>
                  <a:pt x="7646" y="100433"/>
                  <a:pt x="9827" y="101018"/>
                  <a:pt x="11995" y="101018"/>
                </a:cubicBezTo>
                <a:cubicBezTo>
                  <a:pt x="12119" y="101018"/>
                  <a:pt x="12243" y="101016"/>
                  <a:pt x="12367" y="101012"/>
                </a:cubicBezTo>
                <a:lnTo>
                  <a:pt x="12367" y="101012"/>
                </a:lnTo>
                <a:cubicBezTo>
                  <a:pt x="12144" y="101692"/>
                  <a:pt x="11950" y="102382"/>
                  <a:pt x="11794" y="103072"/>
                </a:cubicBezTo>
                <a:cubicBezTo>
                  <a:pt x="11217" y="105504"/>
                  <a:pt x="10943" y="107996"/>
                  <a:pt x="10943" y="110489"/>
                </a:cubicBezTo>
                <a:cubicBezTo>
                  <a:pt x="11004" y="115504"/>
                  <a:pt x="12189" y="120519"/>
                  <a:pt x="14651" y="124896"/>
                </a:cubicBezTo>
                <a:cubicBezTo>
                  <a:pt x="15867" y="127085"/>
                  <a:pt x="17387" y="129091"/>
                  <a:pt x="19211" y="130823"/>
                </a:cubicBezTo>
                <a:cubicBezTo>
                  <a:pt x="21004" y="132556"/>
                  <a:pt x="23041" y="134045"/>
                  <a:pt x="25168" y="135352"/>
                </a:cubicBezTo>
                <a:cubicBezTo>
                  <a:pt x="29424" y="137966"/>
                  <a:pt x="34013" y="139942"/>
                  <a:pt x="38451" y="142131"/>
                </a:cubicBezTo>
                <a:cubicBezTo>
                  <a:pt x="40700" y="143225"/>
                  <a:pt x="42889" y="144410"/>
                  <a:pt x="44956" y="145748"/>
                </a:cubicBezTo>
                <a:cubicBezTo>
                  <a:pt x="47023" y="147116"/>
                  <a:pt x="48999" y="148666"/>
                  <a:pt x="50640" y="150489"/>
                </a:cubicBezTo>
                <a:cubicBezTo>
                  <a:pt x="51461" y="151401"/>
                  <a:pt x="52220" y="152404"/>
                  <a:pt x="52889" y="153438"/>
                </a:cubicBezTo>
                <a:cubicBezTo>
                  <a:pt x="53558" y="154471"/>
                  <a:pt x="54105" y="155596"/>
                  <a:pt x="54622" y="156721"/>
                </a:cubicBezTo>
                <a:cubicBezTo>
                  <a:pt x="55655" y="158970"/>
                  <a:pt x="56415" y="161341"/>
                  <a:pt x="56871" y="163803"/>
                </a:cubicBezTo>
                <a:cubicBezTo>
                  <a:pt x="57297" y="166234"/>
                  <a:pt x="57418" y="168727"/>
                  <a:pt x="57145" y="171189"/>
                </a:cubicBezTo>
                <a:cubicBezTo>
                  <a:pt x="56841" y="173651"/>
                  <a:pt x="56172" y="176082"/>
                  <a:pt x="55017" y="178301"/>
                </a:cubicBezTo>
                <a:lnTo>
                  <a:pt x="55047" y="178332"/>
                </a:lnTo>
                <a:cubicBezTo>
                  <a:pt x="56202" y="176113"/>
                  <a:pt x="56932" y="173681"/>
                  <a:pt x="57236" y="171219"/>
                </a:cubicBezTo>
                <a:cubicBezTo>
                  <a:pt x="57570" y="168727"/>
                  <a:pt x="57479" y="166234"/>
                  <a:pt x="57023" y="163772"/>
                </a:cubicBezTo>
                <a:cubicBezTo>
                  <a:pt x="56597" y="161310"/>
                  <a:pt x="55838" y="158909"/>
                  <a:pt x="54834" y="156629"/>
                </a:cubicBezTo>
                <a:cubicBezTo>
                  <a:pt x="54318" y="155505"/>
                  <a:pt x="53771" y="154380"/>
                  <a:pt x="53102" y="153316"/>
                </a:cubicBezTo>
                <a:cubicBezTo>
                  <a:pt x="52433" y="152252"/>
                  <a:pt x="51673" y="151249"/>
                  <a:pt x="50822" y="150337"/>
                </a:cubicBezTo>
                <a:cubicBezTo>
                  <a:pt x="49181" y="148453"/>
                  <a:pt x="47205" y="146872"/>
                  <a:pt x="45138" y="145505"/>
                </a:cubicBezTo>
                <a:cubicBezTo>
                  <a:pt x="43041" y="144137"/>
                  <a:pt x="40852" y="142951"/>
                  <a:pt x="38634" y="141827"/>
                </a:cubicBezTo>
                <a:cubicBezTo>
                  <a:pt x="34165" y="139577"/>
                  <a:pt x="29576" y="137632"/>
                  <a:pt x="25351" y="135048"/>
                </a:cubicBezTo>
                <a:cubicBezTo>
                  <a:pt x="23253" y="133741"/>
                  <a:pt x="21247" y="132282"/>
                  <a:pt x="19454" y="130550"/>
                </a:cubicBezTo>
                <a:cubicBezTo>
                  <a:pt x="17691" y="128848"/>
                  <a:pt x="16171" y="126872"/>
                  <a:pt x="14955" y="124714"/>
                </a:cubicBezTo>
                <a:cubicBezTo>
                  <a:pt x="12524" y="120398"/>
                  <a:pt x="11369" y="115443"/>
                  <a:pt x="11308" y="110489"/>
                </a:cubicBezTo>
                <a:cubicBezTo>
                  <a:pt x="11277" y="108027"/>
                  <a:pt x="11551" y="105534"/>
                  <a:pt x="12129" y="103133"/>
                </a:cubicBezTo>
                <a:cubicBezTo>
                  <a:pt x="12293" y="102419"/>
                  <a:pt x="12491" y="101704"/>
                  <a:pt x="12723" y="100996"/>
                </a:cubicBezTo>
                <a:lnTo>
                  <a:pt x="12723" y="100996"/>
                </a:lnTo>
                <a:cubicBezTo>
                  <a:pt x="12819" y="100990"/>
                  <a:pt x="12914" y="100983"/>
                  <a:pt x="13010" y="100975"/>
                </a:cubicBezTo>
                <a:cubicBezTo>
                  <a:pt x="14256" y="100884"/>
                  <a:pt x="15502" y="100580"/>
                  <a:pt x="16627" y="100033"/>
                </a:cubicBezTo>
                <a:cubicBezTo>
                  <a:pt x="17205" y="99729"/>
                  <a:pt x="17752" y="99394"/>
                  <a:pt x="18208" y="98969"/>
                </a:cubicBezTo>
                <a:cubicBezTo>
                  <a:pt x="18664" y="98513"/>
                  <a:pt x="19059" y="97996"/>
                  <a:pt x="19272" y="97358"/>
                </a:cubicBezTo>
                <a:cubicBezTo>
                  <a:pt x="19484" y="96780"/>
                  <a:pt x="19545" y="96081"/>
                  <a:pt x="19332" y="95443"/>
                </a:cubicBezTo>
                <a:cubicBezTo>
                  <a:pt x="19120" y="94835"/>
                  <a:pt x="18542" y="94288"/>
                  <a:pt x="17843" y="94227"/>
                </a:cubicBezTo>
                <a:cubicBezTo>
                  <a:pt x="17780" y="94221"/>
                  <a:pt x="17717" y="94219"/>
                  <a:pt x="17655" y="94219"/>
                </a:cubicBezTo>
                <a:cubicBezTo>
                  <a:pt x="17055" y="94219"/>
                  <a:pt x="16487" y="94474"/>
                  <a:pt x="16019" y="94805"/>
                </a:cubicBezTo>
                <a:cubicBezTo>
                  <a:pt x="15502" y="95169"/>
                  <a:pt x="15047" y="95656"/>
                  <a:pt x="14682" y="96173"/>
                </a:cubicBezTo>
                <a:cubicBezTo>
                  <a:pt x="13922" y="97176"/>
                  <a:pt x="13405" y="98331"/>
                  <a:pt x="12919" y="99486"/>
                </a:cubicBezTo>
                <a:cubicBezTo>
                  <a:pt x="12749" y="99915"/>
                  <a:pt x="12588" y="100354"/>
                  <a:pt x="12438" y="100797"/>
                </a:cubicBezTo>
                <a:lnTo>
                  <a:pt x="12438" y="100797"/>
                </a:lnTo>
                <a:cubicBezTo>
                  <a:pt x="12277" y="100804"/>
                  <a:pt x="12115" y="100807"/>
                  <a:pt x="11953" y="100807"/>
                </a:cubicBezTo>
                <a:cubicBezTo>
                  <a:pt x="9842" y="100807"/>
                  <a:pt x="7701" y="100245"/>
                  <a:pt x="5897" y="99121"/>
                </a:cubicBezTo>
                <a:cubicBezTo>
                  <a:pt x="4864" y="98483"/>
                  <a:pt x="3922" y="97632"/>
                  <a:pt x="3162" y="96659"/>
                </a:cubicBezTo>
                <a:cubicBezTo>
                  <a:pt x="2402" y="95717"/>
                  <a:pt x="1824" y="94592"/>
                  <a:pt x="1368" y="93437"/>
                </a:cubicBezTo>
                <a:cubicBezTo>
                  <a:pt x="517" y="91127"/>
                  <a:pt x="153" y="88634"/>
                  <a:pt x="183" y="86142"/>
                </a:cubicBezTo>
                <a:cubicBezTo>
                  <a:pt x="213" y="83680"/>
                  <a:pt x="639" y="81188"/>
                  <a:pt x="1308" y="78817"/>
                </a:cubicBezTo>
                <a:cubicBezTo>
                  <a:pt x="2645" y="74014"/>
                  <a:pt x="4834" y="69516"/>
                  <a:pt x="7235" y="65169"/>
                </a:cubicBezTo>
                <a:cubicBezTo>
                  <a:pt x="9636" y="60822"/>
                  <a:pt x="12281" y="56628"/>
                  <a:pt x="14895" y="52373"/>
                </a:cubicBezTo>
                <a:cubicBezTo>
                  <a:pt x="17509" y="48148"/>
                  <a:pt x="20092" y="43892"/>
                  <a:pt x="22341" y="39454"/>
                </a:cubicBezTo>
                <a:cubicBezTo>
                  <a:pt x="23466" y="37236"/>
                  <a:pt x="24500" y="34956"/>
                  <a:pt x="25381" y="32615"/>
                </a:cubicBezTo>
                <a:cubicBezTo>
                  <a:pt x="26263" y="30275"/>
                  <a:pt x="26962" y="27874"/>
                  <a:pt x="27418" y="25412"/>
                </a:cubicBezTo>
                <a:cubicBezTo>
                  <a:pt x="27843" y="22980"/>
                  <a:pt x="27965" y="20457"/>
                  <a:pt x="27661" y="17965"/>
                </a:cubicBezTo>
                <a:cubicBezTo>
                  <a:pt x="27357" y="15472"/>
                  <a:pt x="26627" y="13041"/>
                  <a:pt x="25472" y="10822"/>
                </a:cubicBezTo>
                <a:cubicBezTo>
                  <a:pt x="24348" y="8603"/>
                  <a:pt x="22828" y="6597"/>
                  <a:pt x="21095" y="4803"/>
                </a:cubicBezTo>
                <a:cubicBezTo>
                  <a:pt x="19363" y="3010"/>
                  <a:pt x="17417" y="1430"/>
                  <a:pt x="153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42"/>
          <p:cNvSpPr/>
          <p:nvPr/>
        </p:nvSpPr>
        <p:spPr>
          <a:xfrm rot="-1800009" flipH="1">
            <a:off x="4965678" y="3556503"/>
            <a:ext cx="4450824" cy="1910026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2"/>
          <p:cNvSpPr/>
          <p:nvPr/>
        </p:nvSpPr>
        <p:spPr>
          <a:xfrm rot="-899991">
            <a:off x="3420225" y="-1439958"/>
            <a:ext cx="6891295" cy="2390061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42"/>
          <p:cNvGrpSpPr/>
          <p:nvPr/>
        </p:nvGrpSpPr>
        <p:grpSpPr>
          <a:xfrm>
            <a:off x="8430775" y="930275"/>
            <a:ext cx="0" cy="3470400"/>
            <a:chOff x="713225" y="930275"/>
            <a:chExt cx="0" cy="3470400"/>
          </a:xfrm>
        </p:grpSpPr>
        <p:cxnSp>
          <p:nvCxnSpPr>
            <p:cNvPr id="457" name="Google Shape;457;p42"/>
            <p:cNvCxnSpPr/>
            <p:nvPr/>
          </p:nvCxnSpPr>
          <p:spPr>
            <a:xfrm>
              <a:off x="713225" y="930275"/>
              <a:ext cx="0" cy="3470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42"/>
            <p:cNvCxnSpPr/>
            <p:nvPr/>
          </p:nvCxnSpPr>
          <p:spPr>
            <a:xfrm>
              <a:off x="713225" y="1602800"/>
              <a:ext cx="0" cy="22683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3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3"/>
          <p:cNvSpPr/>
          <p:nvPr/>
        </p:nvSpPr>
        <p:spPr>
          <a:xfrm rot="-4723815">
            <a:off x="-3810785" y="1262781"/>
            <a:ext cx="6891601" cy="2390167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3"/>
          <p:cNvSpPr/>
          <p:nvPr/>
        </p:nvSpPr>
        <p:spPr>
          <a:xfrm rot="10800000" flipH="1">
            <a:off x="3998500" y="4487712"/>
            <a:ext cx="2578703" cy="1222776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3"/>
          <p:cNvSpPr txBox="1">
            <a:spLocks noGrp="1"/>
          </p:cNvSpPr>
          <p:nvPr>
            <p:ph type="subTitle" idx="1"/>
          </p:nvPr>
        </p:nvSpPr>
        <p:spPr>
          <a:xfrm>
            <a:off x="952450" y="2948300"/>
            <a:ext cx="4952100" cy="1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3"/>
          <p:cNvSpPr txBox="1">
            <a:spLocks noGrp="1"/>
          </p:cNvSpPr>
          <p:nvPr>
            <p:ph type="subTitle" idx="2"/>
          </p:nvPr>
        </p:nvSpPr>
        <p:spPr>
          <a:xfrm>
            <a:off x="952450" y="1577275"/>
            <a:ext cx="4952100" cy="1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952400" y="539500"/>
            <a:ext cx="49521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7" name="Google Shape;307;p33"/>
          <p:cNvGrpSpPr/>
          <p:nvPr/>
        </p:nvGrpSpPr>
        <p:grpSpPr>
          <a:xfrm>
            <a:off x="713100" y="620075"/>
            <a:ext cx="125" cy="3768175"/>
            <a:chOff x="713100" y="620075"/>
            <a:chExt cx="125" cy="3768175"/>
          </a:xfrm>
        </p:grpSpPr>
        <p:grpSp>
          <p:nvGrpSpPr>
            <p:cNvPr id="308" name="Google Shape;308;p33"/>
            <p:cNvGrpSpPr/>
            <p:nvPr/>
          </p:nvGrpSpPr>
          <p:grpSpPr>
            <a:xfrm>
              <a:off x="713100" y="620075"/>
              <a:ext cx="125" cy="3768175"/>
              <a:chOff x="713100" y="620075"/>
              <a:chExt cx="125" cy="3768175"/>
            </a:xfrm>
          </p:grpSpPr>
          <p:cxnSp>
            <p:nvCxnSpPr>
              <p:cNvPr id="309" name="Google Shape;309;p33"/>
              <p:cNvCxnSpPr/>
              <p:nvPr/>
            </p:nvCxnSpPr>
            <p:spPr>
              <a:xfrm>
                <a:off x="713100" y="628650"/>
                <a:ext cx="0" cy="37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" name="Google Shape;310;p33"/>
              <p:cNvCxnSpPr/>
              <p:nvPr/>
            </p:nvCxnSpPr>
            <p:spPr>
              <a:xfrm>
                <a:off x="713225" y="1680727"/>
                <a:ext cx="0" cy="9975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311;p33"/>
              <p:cNvCxnSpPr/>
              <p:nvPr/>
            </p:nvCxnSpPr>
            <p:spPr>
              <a:xfrm>
                <a:off x="713225" y="620075"/>
                <a:ext cx="0" cy="429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12" name="Google Shape;312;p33"/>
            <p:cNvCxnSpPr/>
            <p:nvPr/>
          </p:nvCxnSpPr>
          <p:spPr>
            <a:xfrm>
              <a:off x="713225" y="3058552"/>
              <a:ext cx="0" cy="9975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0468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7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" name="Google Shape;370;p37"/>
          <p:cNvGrpSpPr/>
          <p:nvPr/>
        </p:nvGrpSpPr>
        <p:grpSpPr>
          <a:xfrm>
            <a:off x="713100" y="620075"/>
            <a:ext cx="125" cy="3768175"/>
            <a:chOff x="713100" y="620075"/>
            <a:chExt cx="125" cy="3768175"/>
          </a:xfrm>
        </p:grpSpPr>
        <p:grpSp>
          <p:nvGrpSpPr>
            <p:cNvPr id="371" name="Google Shape;371;p37"/>
            <p:cNvGrpSpPr/>
            <p:nvPr/>
          </p:nvGrpSpPr>
          <p:grpSpPr>
            <a:xfrm>
              <a:off x="713100" y="620075"/>
              <a:ext cx="125" cy="3768175"/>
              <a:chOff x="713100" y="620075"/>
              <a:chExt cx="125" cy="3768175"/>
            </a:xfrm>
          </p:grpSpPr>
          <p:cxnSp>
            <p:nvCxnSpPr>
              <p:cNvPr id="372" name="Google Shape;372;p37"/>
              <p:cNvCxnSpPr/>
              <p:nvPr/>
            </p:nvCxnSpPr>
            <p:spPr>
              <a:xfrm>
                <a:off x="713100" y="628650"/>
                <a:ext cx="0" cy="37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37"/>
              <p:cNvCxnSpPr/>
              <p:nvPr/>
            </p:nvCxnSpPr>
            <p:spPr>
              <a:xfrm>
                <a:off x="713225" y="1992605"/>
                <a:ext cx="0" cy="7467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" name="Google Shape;374;p37"/>
              <p:cNvCxnSpPr/>
              <p:nvPr/>
            </p:nvCxnSpPr>
            <p:spPr>
              <a:xfrm>
                <a:off x="713225" y="620075"/>
                <a:ext cx="0" cy="429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75" name="Google Shape;375;p37"/>
            <p:cNvCxnSpPr/>
            <p:nvPr/>
          </p:nvCxnSpPr>
          <p:spPr>
            <a:xfrm>
              <a:off x="713225" y="3278002"/>
              <a:ext cx="0" cy="7587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6" name="Google Shape;376;p37"/>
          <p:cNvSpPr/>
          <p:nvPr/>
        </p:nvSpPr>
        <p:spPr>
          <a:xfrm rot="2923919" flipH="1">
            <a:off x="5054425" y="299131"/>
            <a:ext cx="6891740" cy="2390215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7"/>
          <p:cNvSpPr/>
          <p:nvPr/>
        </p:nvSpPr>
        <p:spPr>
          <a:xfrm rot="6299564">
            <a:off x="-3426304" y="1647272"/>
            <a:ext cx="6596245" cy="1793952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7"/>
          <p:cNvSpPr/>
          <p:nvPr/>
        </p:nvSpPr>
        <p:spPr>
          <a:xfrm rot="10800000">
            <a:off x="2460665" y="4424315"/>
            <a:ext cx="4651013" cy="1222776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7"/>
          <p:cNvSpPr txBox="1">
            <a:spLocks noGrp="1"/>
          </p:cNvSpPr>
          <p:nvPr>
            <p:ph type="title"/>
          </p:nvPr>
        </p:nvSpPr>
        <p:spPr>
          <a:xfrm>
            <a:off x="952400" y="539500"/>
            <a:ext cx="67182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37"/>
          <p:cNvSpPr txBox="1">
            <a:spLocks noGrp="1"/>
          </p:cNvSpPr>
          <p:nvPr>
            <p:ph type="subTitle" idx="1"/>
          </p:nvPr>
        </p:nvSpPr>
        <p:spPr>
          <a:xfrm>
            <a:off x="3275762" y="1905031"/>
            <a:ext cx="2071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37"/>
          <p:cNvSpPr txBox="1">
            <a:spLocks noGrp="1"/>
          </p:cNvSpPr>
          <p:nvPr>
            <p:ph type="subTitle" idx="2"/>
          </p:nvPr>
        </p:nvSpPr>
        <p:spPr>
          <a:xfrm>
            <a:off x="3275750" y="1576006"/>
            <a:ext cx="2071500" cy="4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3"/>
          </p:nvPr>
        </p:nvSpPr>
        <p:spPr>
          <a:xfrm>
            <a:off x="3275762" y="3735204"/>
            <a:ext cx="2071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4"/>
          </p:nvPr>
        </p:nvSpPr>
        <p:spPr>
          <a:xfrm>
            <a:off x="3275750" y="3406179"/>
            <a:ext cx="2071500" cy="4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5"/>
          </p:nvPr>
        </p:nvSpPr>
        <p:spPr>
          <a:xfrm>
            <a:off x="952412" y="1905031"/>
            <a:ext cx="2071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6"/>
          </p:nvPr>
        </p:nvSpPr>
        <p:spPr>
          <a:xfrm>
            <a:off x="952400" y="1576006"/>
            <a:ext cx="2071500" cy="4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7"/>
          </p:nvPr>
        </p:nvSpPr>
        <p:spPr>
          <a:xfrm>
            <a:off x="952412" y="3735204"/>
            <a:ext cx="2071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8"/>
          </p:nvPr>
        </p:nvSpPr>
        <p:spPr>
          <a:xfrm>
            <a:off x="952400" y="3406179"/>
            <a:ext cx="2071500" cy="4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9"/>
          </p:nvPr>
        </p:nvSpPr>
        <p:spPr>
          <a:xfrm>
            <a:off x="5599112" y="1905031"/>
            <a:ext cx="2071500" cy="6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13"/>
          </p:nvPr>
        </p:nvSpPr>
        <p:spPr>
          <a:xfrm>
            <a:off x="5599100" y="1576006"/>
            <a:ext cx="2071500" cy="4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14"/>
          </p:nvPr>
        </p:nvSpPr>
        <p:spPr>
          <a:xfrm>
            <a:off x="5599112" y="3735204"/>
            <a:ext cx="2071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7"/>
          <p:cNvSpPr txBox="1">
            <a:spLocks noGrp="1"/>
          </p:cNvSpPr>
          <p:nvPr>
            <p:ph type="subTitle" idx="15"/>
          </p:nvPr>
        </p:nvSpPr>
        <p:spPr>
          <a:xfrm>
            <a:off x="5599100" y="3406179"/>
            <a:ext cx="2071500" cy="4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13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1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1"/>
          <p:cNvGrpSpPr/>
          <p:nvPr/>
        </p:nvGrpSpPr>
        <p:grpSpPr>
          <a:xfrm>
            <a:off x="8430775" y="930275"/>
            <a:ext cx="0" cy="3470400"/>
            <a:chOff x="713225" y="930275"/>
            <a:chExt cx="0" cy="3470400"/>
          </a:xfrm>
        </p:grpSpPr>
        <p:cxnSp>
          <p:nvCxnSpPr>
            <p:cNvPr id="87" name="Google Shape;87;p11"/>
            <p:cNvCxnSpPr/>
            <p:nvPr/>
          </p:nvCxnSpPr>
          <p:spPr>
            <a:xfrm>
              <a:off x="713225" y="930275"/>
              <a:ext cx="0" cy="3470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Google Shape;88;p11"/>
            <p:cNvCxnSpPr/>
            <p:nvPr/>
          </p:nvCxnSpPr>
          <p:spPr>
            <a:xfrm>
              <a:off x="713225" y="1374200"/>
              <a:ext cx="0" cy="20715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" name="Google Shape;89;p11"/>
          <p:cNvGrpSpPr/>
          <p:nvPr/>
        </p:nvGrpSpPr>
        <p:grpSpPr>
          <a:xfrm>
            <a:off x="727550" y="930275"/>
            <a:ext cx="0" cy="3470400"/>
            <a:chOff x="713225" y="930275"/>
            <a:chExt cx="0" cy="3470400"/>
          </a:xfrm>
        </p:grpSpPr>
        <p:cxnSp>
          <p:nvCxnSpPr>
            <p:cNvPr id="90" name="Google Shape;90;p11"/>
            <p:cNvCxnSpPr/>
            <p:nvPr/>
          </p:nvCxnSpPr>
          <p:spPr>
            <a:xfrm>
              <a:off x="713225" y="930275"/>
              <a:ext cx="0" cy="3470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11"/>
            <p:cNvCxnSpPr/>
            <p:nvPr/>
          </p:nvCxnSpPr>
          <p:spPr>
            <a:xfrm>
              <a:off x="713225" y="1374200"/>
              <a:ext cx="0" cy="20715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603250" y="1537888"/>
            <a:ext cx="5937300" cy="14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603250" y="3108513"/>
            <a:ext cx="5937300" cy="4971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239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8"/>
          <p:cNvPicPr preferRelativeResize="0"/>
          <p:nvPr/>
        </p:nvPicPr>
        <p:blipFill rotWithShape="1">
          <a:blip r:embed="rId2">
            <a:alphaModFix/>
          </a:blip>
          <a:srcRect b="13688"/>
          <a:stretch/>
        </p:blipFill>
        <p:spPr>
          <a:xfrm>
            <a:off x="-110225" y="-56737"/>
            <a:ext cx="9364700" cy="5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/>
          <p:nvPr/>
        </p:nvSpPr>
        <p:spPr>
          <a:xfrm rot="8100000" flipH="1">
            <a:off x="5168156" y="3973926"/>
            <a:ext cx="5710176" cy="1980422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8"/>
          <p:cNvSpPr/>
          <p:nvPr/>
        </p:nvSpPr>
        <p:spPr>
          <a:xfrm rot="-900306" flipH="1">
            <a:off x="-1253658" y="-892309"/>
            <a:ext cx="1773347" cy="5493123"/>
          </a:xfrm>
          <a:custGeom>
            <a:avLst/>
            <a:gdLst/>
            <a:ahLst/>
            <a:cxnLst/>
            <a:rect l="l" t="t" r="r" b="b"/>
            <a:pathLst>
              <a:path w="57571" h="178332" extrusionOk="0">
                <a:moveTo>
                  <a:pt x="17623" y="94521"/>
                </a:moveTo>
                <a:cubicBezTo>
                  <a:pt x="17687" y="94521"/>
                  <a:pt x="17750" y="94524"/>
                  <a:pt x="17813" y="94531"/>
                </a:cubicBezTo>
                <a:cubicBezTo>
                  <a:pt x="18390" y="94562"/>
                  <a:pt x="18876" y="94987"/>
                  <a:pt x="19059" y="95534"/>
                </a:cubicBezTo>
                <a:cubicBezTo>
                  <a:pt x="19272" y="96081"/>
                  <a:pt x="19211" y="96720"/>
                  <a:pt x="19028" y="97297"/>
                </a:cubicBezTo>
                <a:cubicBezTo>
                  <a:pt x="18603" y="98422"/>
                  <a:pt x="17600" y="99273"/>
                  <a:pt x="16536" y="99790"/>
                </a:cubicBezTo>
                <a:cubicBezTo>
                  <a:pt x="15442" y="100367"/>
                  <a:pt x="14226" y="100641"/>
                  <a:pt x="12980" y="100762"/>
                </a:cubicBezTo>
                <a:cubicBezTo>
                  <a:pt x="12918" y="100768"/>
                  <a:pt x="12857" y="100773"/>
                  <a:pt x="12795" y="100777"/>
                </a:cubicBezTo>
                <a:lnTo>
                  <a:pt x="12795" y="100777"/>
                </a:lnTo>
                <a:cubicBezTo>
                  <a:pt x="12928" y="100384"/>
                  <a:pt x="13070" y="99994"/>
                  <a:pt x="13223" y="99607"/>
                </a:cubicBezTo>
                <a:cubicBezTo>
                  <a:pt x="13709" y="98483"/>
                  <a:pt x="14226" y="97328"/>
                  <a:pt x="14925" y="96355"/>
                </a:cubicBezTo>
                <a:cubicBezTo>
                  <a:pt x="15290" y="95869"/>
                  <a:pt x="15715" y="95413"/>
                  <a:pt x="16202" y="95048"/>
                </a:cubicBezTo>
                <a:cubicBezTo>
                  <a:pt x="16606" y="94725"/>
                  <a:pt x="17129" y="94521"/>
                  <a:pt x="17623" y="94521"/>
                </a:cubicBezTo>
                <a:close/>
                <a:moveTo>
                  <a:pt x="15381" y="1"/>
                </a:moveTo>
                <a:lnTo>
                  <a:pt x="15350" y="31"/>
                </a:lnTo>
                <a:cubicBezTo>
                  <a:pt x="17387" y="1490"/>
                  <a:pt x="19302" y="3071"/>
                  <a:pt x="21004" y="4895"/>
                </a:cubicBezTo>
                <a:cubicBezTo>
                  <a:pt x="22706" y="6688"/>
                  <a:pt x="24196" y="8694"/>
                  <a:pt x="25320" y="10913"/>
                </a:cubicBezTo>
                <a:cubicBezTo>
                  <a:pt x="26445" y="13132"/>
                  <a:pt x="27144" y="15533"/>
                  <a:pt x="27448" y="17995"/>
                </a:cubicBezTo>
                <a:cubicBezTo>
                  <a:pt x="27722" y="20457"/>
                  <a:pt x="27570" y="22950"/>
                  <a:pt x="27144" y="25381"/>
                </a:cubicBezTo>
                <a:cubicBezTo>
                  <a:pt x="26718" y="27813"/>
                  <a:pt x="25989" y="30214"/>
                  <a:pt x="25107" y="32524"/>
                </a:cubicBezTo>
                <a:cubicBezTo>
                  <a:pt x="24226" y="34834"/>
                  <a:pt x="23193" y="37084"/>
                  <a:pt x="22068" y="39302"/>
                </a:cubicBezTo>
                <a:cubicBezTo>
                  <a:pt x="19819" y="43740"/>
                  <a:pt x="17235" y="47996"/>
                  <a:pt x="14651" y="52251"/>
                </a:cubicBezTo>
                <a:cubicBezTo>
                  <a:pt x="12068" y="56476"/>
                  <a:pt x="9454" y="60701"/>
                  <a:pt x="7052" y="65078"/>
                </a:cubicBezTo>
                <a:cubicBezTo>
                  <a:pt x="4682" y="69455"/>
                  <a:pt x="2493" y="73953"/>
                  <a:pt x="1186" y="78786"/>
                </a:cubicBezTo>
                <a:cubicBezTo>
                  <a:pt x="517" y="81188"/>
                  <a:pt x="92" y="83650"/>
                  <a:pt x="61" y="86142"/>
                </a:cubicBezTo>
                <a:cubicBezTo>
                  <a:pt x="1" y="88634"/>
                  <a:pt x="396" y="91157"/>
                  <a:pt x="1247" y="93498"/>
                </a:cubicBezTo>
                <a:cubicBezTo>
                  <a:pt x="1672" y="94683"/>
                  <a:pt x="2250" y="95777"/>
                  <a:pt x="3040" y="96780"/>
                </a:cubicBezTo>
                <a:cubicBezTo>
                  <a:pt x="3800" y="97783"/>
                  <a:pt x="4742" y="98635"/>
                  <a:pt x="5806" y="99303"/>
                </a:cubicBezTo>
                <a:cubicBezTo>
                  <a:pt x="7646" y="100433"/>
                  <a:pt x="9827" y="101018"/>
                  <a:pt x="11995" y="101018"/>
                </a:cubicBezTo>
                <a:cubicBezTo>
                  <a:pt x="12119" y="101018"/>
                  <a:pt x="12243" y="101016"/>
                  <a:pt x="12367" y="101012"/>
                </a:cubicBezTo>
                <a:lnTo>
                  <a:pt x="12367" y="101012"/>
                </a:lnTo>
                <a:cubicBezTo>
                  <a:pt x="12144" y="101692"/>
                  <a:pt x="11950" y="102382"/>
                  <a:pt x="11794" y="103072"/>
                </a:cubicBezTo>
                <a:cubicBezTo>
                  <a:pt x="11217" y="105504"/>
                  <a:pt x="10943" y="107996"/>
                  <a:pt x="10943" y="110489"/>
                </a:cubicBezTo>
                <a:cubicBezTo>
                  <a:pt x="11004" y="115504"/>
                  <a:pt x="12189" y="120519"/>
                  <a:pt x="14651" y="124896"/>
                </a:cubicBezTo>
                <a:cubicBezTo>
                  <a:pt x="15867" y="127085"/>
                  <a:pt x="17387" y="129091"/>
                  <a:pt x="19211" y="130823"/>
                </a:cubicBezTo>
                <a:cubicBezTo>
                  <a:pt x="21004" y="132556"/>
                  <a:pt x="23041" y="134045"/>
                  <a:pt x="25168" y="135352"/>
                </a:cubicBezTo>
                <a:cubicBezTo>
                  <a:pt x="29424" y="137966"/>
                  <a:pt x="34013" y="139942"/>
                  <a:pt x="38451" y="142131"/>
                </a:cubicBezTo>
                <a:cubicBezTo>
                  <a:pt x="40700" y="143225"/>
                  <a:pt x="42889" y="144410"/>
                  <a:pt x="44956" y="145748"/>
                </a:cubicBezTo>
                <a:cubicBezTo>
                  <a:pt x="47023" y="147116"/>
                  <a:pt x="48999" y="148666"/>
                  <a:pt x="50640" y="150489"/>
                </a:cubicBezTo>
                <a:cubicBezTo>
                  <a:pt x="51461" y="151401"/>
                  <a:pt x="52220" y="152404"/>
                  <a:pt x="52889" y="153438"/>
                </a:cubicBezTo>
                <a:cubicBezTo>
                  <a:pt x="53558" y="154471"/>
                  <a:pt x="54105" y="155596"/>
                  <a:pt x="54622" y="156721"/>
                </a:cubicBezTo>
                <a:cubicBezTo>
                  <a:pt x="55655" y="158970"/>
                  <a:pt x="56415" y="161341"/>
                  <a:pt x="56871" y="163803"/>
                </a:cubicBezTo>
                <a:cubicBezTo>
                  <a:pt x="57297" y="166234"/>
                  <a:pt x="57418" y="168727"/>
                  <a:pt x="57145" y="171189"/>
                </a:cubicBezTo>
                <a:cubicBezTo>
                  <a:pt x="56841" y="173651"/>
                  <a:pt x="56172" y="176082"/>
                  <a:pt x="55017" y="178301"/>
                </a:cubicBezTo>
                <a:lnTo>
                  <a:pt x="55047" y="178332"/>
                </a:lnTo>
                <a:cubicBezTo>
                  <a:pt x="56202" y="176113"/>
                  <a:pt x="56932" y="173681"/>
                  <a:pt x="57236" y="171219"/>
                </a:cubicBezTo>
                <a:cubicBezTo>
                  <a:pt x="57570" y="168727"/>
                  <a:pt x="57479" y="166234"/>
                  <a:pt x="57023" y="163772"/>
                </a:cubicBezTo>
                <a:cubicBezTo>
                  <a:pt x="56597" y="161310"/>
                  <a:pt x="55838" y="158909"/>
                  <a:pt x="54834" y="156629"/>
                </a:cubicBezTo>
                <a:cubicBezTo>
                  <a:pt x="54318" y="155505"/>
                  <a:pt x="53771" y="154380"/>
                  <a:pt x="53102" y="153316"/>
                </a:cubicBezTo>
                <a:cubicBezTo>
                  <a:pt x="52433" y="152252"/>
                  <a:pt x="51673" y="151249"/>
                  <a:pt x="50822" y="150337"/>
                </a:cubicBezTo>
                <a:cubicBezTo>
                  <a:pt x="49181" y="148453"/>
                  <a:pt x="47205" y="146872"/>
                  <a:pt x="45138" y="145505"/>
                </a:cubicBezTo>
                <a:cubicBezTo>
                  <a:pt x="43041" y="144137"/>
                  <a:pt x="40852" y="142951"/>
                  <a:pt x="38634" y="141827"/>
                </a:cubicBezTo>
                <a:cubicBezTo>
                  <a:pt x="34165" y="139577"/>
                  <a:pt x="29576" y="137632"/>
                  <a:pt x="25351" y="135048"/>
                </a:cubicBezTo>
                <a:cubicBezTo>
                  <a:pt x="23253" y="133741"/>
                  <a:pt x="21247" y="132282"/>
                  <a:pt x="19454" y="130550"/>
                </a:cubicBezTo>
                <a:cubicBezTo>
                  <a:pt x="17691" y="128848"/>
                  <a:pt x="16171" y="126872"/>
                  <a:pt x="14955" y="124714"/>
                </a:cubicBezTo>
                <a:cubicBezTo>
                  <a:pt x="12524" y="120398"/>
                  <a:pt x="11369" y="115443"/>
                  <a:pt x="11308" y="110489"/>
                </a:cubicBezTo>
                <a:cubicBezTo>
                  <a:pt x="11277" y="108027"/>
                  <a:pt x="11551" y="105534"/>
                  <a:pt x="12129" y="103133"/>
                </a:cubicBezTo>
                <a:cubicBezTo>
                  <a:pt x="12293" y="102419"/>
                  <a:pt x="12491" y="101704"/>
                  <a:pt x="12723" y="100996"/>
                </a:cubicBezTo>
                <a:lnTo>
                  <a:pt x="12723" y="100996"/>
                </a:lnTo>
                <a:cubicBezTo>
                  <a:pt x="12819" y="100990"/>
                  <a:pt x="12914" y="100983"/>
                  <a:pt x="13010" y="100975"/>
                </a:cubicBezTo>
                <a:cubicBezTo>
                  <a:pt x="14256" y="100884"/>
                  <a:pt x="15502" y="100580"/>
                  <a:pt x="16627" y="100033"/>
                </a:cubicBezTo>
                <a:cubicBezTo>
                  <a:pt x="17205" y="99729"/>
                  <a:pt x="17752" y="99394"/>
                  <a:pt x="18208" y="98969"/>
                </a:cubicBezTo>
                <a:cubicBezTo>
                  <a:pt x="18664" y="98513"/>
                  <a:pt x="19059" y="97996"/>
                  <a:pt x="19272" y="97358"/>
                </a:cubicBezTo>
                <a:cubicBezTo>
                  <a:pt x="19484" y="96780"/>
                  <a:pt x="19545" y="96081"/>
                  <a:pt x="19332" y="95443"/>
                </a:cubicBezTo>
                <a:cubicBezTo>
                  <a:pt x="19120" y="94835"/>
                  <a:pt x="18542" y="94288"/>
                  <a:pt x="17843" y="94227"/>
                </a:cubicBezTo>
                <a:cubicBezTo>
                  <a:pt x="17780" y="94221"/>
                  <a:pt x="17717" y="94219"/>
                  <a:pt x="17655" y="94219"/>
                </a:cubicBezTo>
                <a:cubicBezTo>
                  <a:pt x="17055" y="94219"/>
                  <a:pt x="16487" y="94474"/>
                  <a:pt x="16019" y="94805"/>
                </a:cubicBezTo>
                <a:cubicBezTo>
                  <a:pt x="15502" y="95169"/>
                  <a:pt x="15047" y="95656"/>
                  <a:pt x="14682" y="96173"/>
                </a:cubicBezTo>
                <a:cubicBezTo>
                  <a:pt x="13922" y="97176"/>
                  <a:pt x="13405" y="98331"/>
                  <a:pt x="12919" y="99486"/>
                </a:cubicBezTo>
                <a:cubicBezTo>
                  <a:pt x="12749" y="99915"/>
                  <a:pt x="12588" y="100354"/>
                  <a:pt x="12438" y="100797"/>
                </a:cubicBezTo>
                <a:lnTo>
                  <a:pt x="12438" y="100797"/>
                </a:lnTo>
                <a:cubicBezTo>
                  <a:pt x="12277" y="100804"/>
                  <a:pt x="12115" y="100807"/>
                  <a:pt x="11953" y="100807"/>
                </a:cubicBezTo>
                <a:cubicBezTo>
                  <a:pt x="9842" y="100807"/>
                  <a:pt x="7701" y="100245"/>
                  <a:pt x="5897" y="99121"/>
                </a:cubicBezTo>
                <a:cubicBezTo>
                  <a:pt x="4864" y="98483"/>
                  <a:pt x="3922" y="97632"/>
                  <a:pt x="3162" y="96659"/>
                </a:cubicBezTo>
                <a:cubicBezTo>
                  <a:pt x="2402" y="95717"/>
                  <a:pt x="1824" y="94592"/>
                  <a:pt x="1368" y="93437"/>
                </a:cubicBezTo>
                <a:cubicBezTo>
                  <a:pt x="517" y="91127"/>
                  <a:pt x="153" y="88634"/>
                  <a:pt x="183" y="86142"/>
                </a:cubicBezTo>
                <a:cubicBezTo>
                  <a:pt x="213" y="83680"/>
                  <a:pt x="639" y="81188"/>
                  <a:pt x="1308" y="78817"/>
                </a:cubicBezTo>
                <a:cubicBezTo>
                  <a:pt x="2645" y="74014"/>
                  <a:pt x="4834" y="69516"/>
                  <a:pt x="7235" y="65169"/>
                </a:cubicBezTo>
                <a:cubicBezTo>
                  <a:pt x="9636" y="60822"/>
                  <a:pt x="12281" y="56628"/>
                  <a:pt x="14895" y="52373"/>
                </a:cubicBezTo>
                <a:cubicBezTo>
                  <a:pt x="17509" y="48148"/>
                  <a:pt x="20092" y="43892"/>
                  <a:pt x="22341" y="39454"/>
                </a:cubicBezTo>
                <a:cubicBezTo>
                  <a:pt x="23466" y="37236"/>
                  <a:pt x="24500" y="34956"/>
                  <a:pt x="25381" y="32615"/>
                </a:cubicBezTo>
                <a:cubicBezTo>
                  <a:pt x="26263" y="30275"/>
                  <a:pt x="26962" y="27874"/>
                  <a:pt x="27418" y="25412"/>
                </a:cubicBezTo>
                <a:cubicBezTo>
                  <a:pt x="27843" y="22980"/>
                  <a:pt x="27965" y="20457"/>
                  <a:pt x="27661" y="17965"/>
                </a:cubicBezTo>
                <a:cubicBezTo>
                  <a:pt x="27357" y="15472"/>
                  <a:pt x="26627" y="13041"/>
                  <a:pt x="25472" y="10822"/>
                </a:cubicBezTo>
                <a:cubicBezTo>
                  <a:pt x="24348" y="8603"/>
                  <a:pt x="22828" y="6597"/>
                  <a:pt x="21095" y="4803"/>
                </a:cubicBezTo>
                <a:cubicBezTo>
                  <a:pt x="19363" y="3010"/>
                  <a:pt x="17417" y="1430"/>
                  <a:pt x="153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6" name="Google Shape;396;p38"/>
          <p:cNvGrpSpPr/>
          <p:nvPr/>
        </p:nvGrpSpPr>
        <p:grpSpPr>
          <a:xfrm>
            <a:off x="713100" y="620075"/>
            <a:ext cx="125" cy="3768175"/>
            <a:chOff x="564038" y="620075"/>
            <a:chExt cx="125" cy="3768175"/>
          </a:xfrm>
        </p:grpSpPr>
        <p:cxnSp>
          <p:nvCxnSpPr>
            <p:cNvPr id="397" name="Google Shape;397;p38"/>
            <p:cNvCxnSpPr/>
            <p:nvPr/>
          </p:nvCxnSpPr>
          <p:spPr>
            <a:xfrm>
              <a:off x="564038" y="628650"/>
              <a:ext cx="0" cy="37596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38"/>
            <p:cNvCxnSpPr/>
            <p:nvPr/>
          </p:nvCxnSpPr>
          <p:spPr>
            <a:xfrm>
              <a:off x="564163" y="620075"/>
              <a:ext cx="0" cy="9852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38"/>
            <p:cNvCxnSpPr/>
            <p:nvPr/>
          </p:nvCxnSpPr>
          <p:spPr>
            <a:xfrm>
              <a:off x="564100" y="2067140"/>
              <a:ext cx="0" cy="9852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38"/>
            <p:cNvCxnSpPr/>
            <p:nvPr/>
          </p:nvCxnSpPr>
          <p:spPr>
            <a:xfrm>
              <a:off x="564100" y="3403050"/>
              <a:ext cx="0" cy="985200"/>
            </a:xfrm>
            <a:prstGeom prst="straightConnector1">
              <a:avLst/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1" name="Google Shape;401;p38"/>
          <p:cNvSpPr txBox="1">
            <a:spLocks noGrp="1"/>
          </p:cNvSpPr>
          <p:nvPr>
            <p:ph type="title" hasCustomPrompt="1"/>
          </p:nvPr>
        </p:nvSpPr>
        <p:spPr>
          <a:xfrm>
            <a:off x="952400" y="578850"/>
            <a:ext cx="4281300" cy="6978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2" name="Google Shape;402;p38"/>
          <p:cNvSpPr txBox="1">
            <a:spLocks noGrp="1"/>
          </p:cNvSpPr>
          <p:nvPr>
            <p:ph type="subTitle" idx="1"/>
          </p:nvPr>
        </p:nvSpPr>
        <p:spPr>
          <a:xfrm>
            <a:off x="952400" y="1247439"/>
            <a:ext cx="4281300" cy="4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03" name="Google Shape;403;p38"/>
          <p:cNvSpPr txBox="1">
            <a:spLocks noGrp="1"/>
          </p:cNvSpPr>
          <p:nvPr>
            <p:ph type="title" idx="2" hasCustomPrompt="1"/>
          </p:nvPr>
        </p:nvSpPr>
        <p:spPr>
          <a:xfrm>
            <a:off x="952400" y="1993990"/>
            <a:ext cx="4281300" cy="6978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4" name="Google Shape;404;p38"/>
          <p:cNvSpPr txBox="1">
            <a:spLocks noGrp="1"/>
          </p:cNvSpPr>
          <p:nvPr>
            <p:ph type="subTitle" idx="3"/>
          </p:nvPr>
        </p:nvSpPr>
        <p:spPr>
          <a:xfrm>
            <a:off x="952400" y="2670621"/>
            <a:ext cx="4281300" cy="4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05" name="Google Shape;405;p38"/>
          <p:cNvSpPr txBox="1">
            <a:spLocks noGrp="1"/>
          </p:cNvSpPr>
          <p:nvPr>
            <p:ph type="title" idx="4" hasCustomPrompt="1"/>
          </p:nvPr>
        </p:nvSpPr>
        <p:spPr>
          <a:xfrm>
            <a:off x="952400" y="3417165"/>
            <a:ext cx="4281300" cy="697800"/>
          </a:xfrm>
          <a:prstGeom prst="rect">
            <a:avLst/>
          </a:prstGeom>
          <a:noFill/>
          <a:ln>
            <a:noFill/>
          </a:ln>
          <a:effectLst>
            <a:outerShdw blurRad="214313" dist="47625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1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6" name="Google Shape;406;p38"/>
          <p:cNvSpPr txBox="1">
            <a:spLocks noGrp="1"/>
          </p:cNvSpPr>
          <p:nvPr>
            <p:ph type="subTitle" idx="5"/>
          </p:nvPr>
        </p:nvSpPr>
        <p:spPr>
          <a:xfrm>
            <a:off x="952400" y="4085782"/>
            <a:ext cx="4281300" cy="4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57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 Light"/>
              <a:buNone/>
              <a:defRPr sz="28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Ubuntu Light"/>
              <a:buNone/>
              <a:defRPr sz="3500">
                <a:solidFill>
                  <a:schemeClr val="accent6"/>
                </a:solidFill>
                <a:latin typeface="Ubuntu Light"/>
                <a:ea typeface="Ubuntu Light"/>
                <a:cs typeface="Ubuntu Light"/>
                <a:sym typeface="Ubuntu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●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○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■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●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○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■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●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○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Ubuntu"/>
              <a:buChar char="■"/>
              <a:defRPr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87" r:id="rId5"/>
    <p:sldLayoutId id="2147483688" r:id="rId6"/>
    <p:sldLayoutId id="2147483692" r:id="rId7"/>
    <p:sldLayoutId id="2147483693" r:id="rId8"/>
    <p:sldLayoutId id="2147483694" r:id="rId9"/>
    <p:sldLayoutId id="214748369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worten.pt/search?query=monitores" TargetMode="External"/><Relationship Id="rId7" Type="http://schemas.openxmlformats.org/officeDocument/2006/relationships/hyperlink" Target="https://www.worten.pt/" TargetMode="External"/><Relationship Id="rId2" Type="http://schemas.openxmlformats.org/officeDocument/2006/relationships/hyperlink" Target="https://www.instant-gaming.com/en/pc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assroom.google.com/h" TargetMode="External"/><Relationship Id="rId5" Type="http://schemas.openxmlformats.org/officeDocument/2006/relationships/hyperlink" Target="https://www.trivago.pt/" TargetMode="External"/><Relationship Id="rId4" Type="http://schemas.openxmlformats.org/officeDocument/2006/relationships/hyperlink" Target="https://unric.org/pt/modelo-de-simulacao-das-nacoes-unidas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>
          <a:extLst>
            <a:ext uri="{FF2B5EF4-FFF2-40B4-BE49-F238E27FC236}">
              <a16:creationId xmlns:a16="http://schemas.microsoft.com/office/drawing/2014/main" id="{0D8A1B9F-7227-CC0B-AFE8-13541BCD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6">
            <a:extLst>
              <a:ext uri="{FF2B5EF4-FFF2-40B4-BE49-F238E27FC236}">
                <a16:creationId xmlns:a16="http://schemas.microsoft.com/office/drawing/2014/main" id="{130DD3E3-6905-DAE3-7DAA-BA55E2BB370A}"/>
              </a:ext>
            </a:extLst>
          </p:cNvPr>
          <p:cNvSpPr/>
          <p:nvPr/>
        </p:nvSpPr>
        <p:spPr>
          <a:xfrm>
            <a:off x="2570250" y="2473170"/>
            <a:ext cx="7211867" cy="3094899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470" name="Google Shape;470;p46">
            <a:extLst>
              <a:ext uri="{FF2B5EF4-FFF2-40B4-BE49-F238E27FC236}">
                <a16:creationId xmlns:a16="http://schemas.microsoft.com/office/drawing/2014/main" id="{112155B4-4AD4-05EB-5872-61029A8A30CA}"/>
              </a:ext>
            </a:extLst>
          </p:cNvPr>
          <p:cNvSpPr/>
          <p:nvPr/>
        </p:nvSpPr>
        <p:spPr>
          <a:xfrm>
            <a:off x="-222553" y="-222069"/>
            <a:ext cx="1773763" cy="6019421"/>
          </a:xfrm>
          <a:custGeom>
            <a:avLst/>
            <a:gdLst/>
            <a:ahLst/>
            <a:cxnLst/>
            <a:rect l="l" t="t" r="r" b="b"/>
            <a:pathLst>
              <a:path w="57571" h="178332" extrusionOk="0">
                <a:moveTo>
                  <a:pt x="17623" y="94521"/>
                </a:moveTo>
                <a:cubicBezTo>
                  <a:pt x="17687" y="94521"/>
                  <a:pt x="17750" y="94524"/>
                  <a:pt x="17813" y="94531"/>
                </a:cubicBezTo>
                <a:cubicBezTo>
                  <a:pt x="18390" y="94562"/>
                  <a:pt x="18876" y="94987"/>
                  <a:pt x="19059" y="95534"/>
                </a:cubicBezTo>
                <a:cubicBezTo>
                  <a:pt x="19272" y="96081"/>
                  <a:pt x="19211" y="96720"/>
                  <a:pt x="19028" y="97297"/>
                </a:cubicBezTo>
                <a:cubicBezTo>
                  <a:pt x="18603" y="98422"/>
                  <a:pt x="17600" y="99273"/>
                  <a:pt x="16536" y="99790"/>
                </a:cubicBezTo>
                <a:cubicBezTo>
                  <a:pt x="15442" y="100367"/>
                  <a:pt x="14226" y="100641"/>
                  <a:pt x="12980" y="100762"/>
                </a:cubicBezTo>
                <a:cubicBezTo>
                  <a:pt x="12918" y="100768"/>
                  <a:pt x="12857" y="100773"/>
                  <a:pt x="12795" y="100777"/>
                </a:cubicBezTo>
                <a:lnTo>
                  <a:pt x="12795" y="100777"/>
                </a:lnTo>
                <a:cubicBezTo>
                  <a:pt x="12928" y="100384"/>
                  <a:pt x="13070" y="99994"/>
                  <a:pt x="13223" y="99607"/>
                </a:cubicBezTo>
                <a:cubicBezTo>
                  <a:pt x="13709" y="98483"/>
                  <a:pt x="14226" y="97328"/>
                  <a:pt x="14925" y="96355"/>
                </a:cubicBezTo>
                <a:cubicBezTo>
                  <a:pt x="15290" y="95869"/>
                  <a:pt x="15715" y="95413"/>
                  <a:pt x="16202" y="95048"/>
                </a:cubicBezTo>
                <a:cubicBezTo>
                  <a:pt x="16606" y="94725"/>
                  <a:pt x="17129" y="94521"/>
                  <a:pt x="17623" y="94521"/>
                </a:cubicBezTo>
                <a:close/>
                <a:moveTo>
                  <a:pt x="15381" y="1"/>
                </a:moveTo>
                <a:lnTo>
                  <a:pt x="15350" y="31"/>
                </a:lnTo>
                <a:cubicBezTo>
                  <a:pt x="17387" y="1490"/>
                  <a:pt x="19302" y="3071"/>
                  <a:pt x="21004" y="4895"/>
                </a:cubicBezTo>
                <a:cubicBezTo>
                  <a:pt x="22706" y="6688"/>
                  <a:pt x="24196" y="8694"/>
                  <a:pt x="25320" y="10913"/>
                </a:cubicBezTo>
                <a:cubicBezTo>
                  <a:pt x="26445" y="13132"/>
                  <a:pt x="27144" y="15533"/>
                  <a:pt x="27448" y="17995"/>
                </a:cubicBezTo>
                <a:cubicBezTo>
                  <a:pt x="27722" y="20457"/>
                  <a:pt x="27570" y="22950"/>
                  <a:pt x="27144" y="25381"/>
                </a:cubicBezTo>
                <a:cubicBezTo>
                  <a:pt x="26718" y="27813"/>
                  <a:pt x="25989" y="30214"/>
                  <a:pt x="25107" y="32524"/>
                </a:cubicBezTo>
                <a:cubicBezTo>
                  <a:pt x="24226" y="34834"/>
                  <a:pt x="23193" y="37084"/>
                  <a:pt x="22068" y="39302"/>
                </a:cubicBezTo>
                <a:cubicBezTo>
                  <a:pt x="19819" y="43740"/>
                  <a:pt x="17235" y="47996"/>
                  <a:pt x="14651" y="52251"/>
                </a:cubicBezTo>
                <a:cubicBezTo>
                  <a:pt x="12068" y="56476"/>
                  <a:pt x="9454" y="60701"/>
                  <a:pt x="7052" y="65078"/>
                </a:cubicBezTo>
                <a:cubicBezTo>
                  <a:pt x="4682" y="69455"/>
                  <a:pt x="2493" y="73953"/>
                  <a:pt x="1186" y="78786"/>
                </a:cubicBezTo>
                <a:cubicBezTo>
                  <a:pt x="517" y="81188"/>
                  <a:pt x="92" y="83650"/>
                  <a:pt x="61" y="86142"/>
                </a:cubicBezTo>
                <a:cubicBezTo>
                  <a:pt x="1" y="88634"/>
                  <a:pt x="396" y="91157"/>
                  <a:pt x="1247" y="93498"/>
                </a:cubicBezTo>
                <a:cubicBezTo>
                  <a:pt x="1672" y="94683"/>
                  <a:pt x="2250" y="95777"/>
                  <a:pt x="3040" y="96780"/>
                </a:cubicBezTo>
                <a:cubicBezTo>
                  <a:pt x="3800" y="97783"/>
                  <a:pt x="4742" y="98635"/>
                  <a:pt x="5806" y="99303"/>
                </a:cubicBezTo>
                <a:cubicBezTo>
                  <a:pt x="7646" y="100433"/>
                  <a:pt x="9827" y="101018"/>
                  <a:pt x="11995" y="101018"/>
                </a:cubicBezTo>
                <a:cubicBezTo>
                  <a:pt x="12119" y="101018"/>
                  <a:pt x="12243" y="101016"/>
                  <a:pt x="12367" y="101012"/>
                </a:cubicBezTo>
                <a:lnTo>
                  <a:pt x="12367" y="101012"/>
                </a:lnTo>
                <a:cubicBezTo>
                  <a:pt x="12144" y="101692"/>
                  <a:pt x="11950" y="102382"/>
                  <a:pt x="11794" y="103072"/>
                </a:cubicBezTo>
                <a:cubicBezTo>
                  <a:pt x="11217" y="105504"/>
                  <a:pt x="10943" y="107996"/>
                  <a:pt x="10943" y="110489"/>
                </a:cubicBezTo>
                <a:cubicBezTo>
                  <a:pt x="11004" y="115504"/>
                  <a:pt x="12189" y="120519"/>
                  <a:pt x="14651" y="124896"/>
                </a:cubicBezTo>
                <a:cubicBezTo>
                  <a:pt x="15867" y="127085"/>
                  <a:pt x="17387" y="129091"/>
                  <a:pt x="19211" y="130823"/>
                </a:cubicBezTo>
                <a:cubicBezTo>
                  <a:pt x="21004" y="132556"/>
                  <a:pt x="23041" y="134045"/>
                  <a:pt x="25168" y="135352"/>
                </a:cubicBezTo>
                <a:cubicBezTo>
                  <a:pt x="29424" y="137966"/>
                  <a:pt x="34013" y="139942"/>
                  <a:pt x="38451" y="142131"/>
                </a:cubicBezTo>
                <a:cubicBezTo>
                  <a:pt x="40700" y="143225"/>
                  <a:pt x="42889" y="144410"/>
                  <a:pt x="44956" y="145748"/>
                </a:cubicBezTo>
                <a:cubicBezTo>
                  <a:pt x="47023" y="147116"/>
                  <a:pt x="48999" y="148666"/>
                  <a:pt x="50640" y="150489"/>
                </a:cubicBezTo>
                <a:cubicBezTo>
                  <a:pt x="51461" y="151401"/>
                  <a:pt x="52220" y="152404"/>
                  <a:pt x="52889" y="153438"/>
                </a:cubicBezTo>
                <a:cubicBezTo>
                  <a:pt x="53558" y="154471"/>
                  <a:pt x="54105" y="155596"/>
                  <a:pt x="54622" y="156721"/>
                </a:cubicBezTo>
                <a:cubicBezTo>
                  <a:pt x="55655" y="158970"/>
                  <a:pt x="56415" y="161341"/>
                  <a:pt x="56871" y="163803"/>
                </a:cubicBezTo>
                <a:cubicBezTo>
                  <a:pt x="57297" y="166234"/>
                  <a:pt x="57418" y="168727"/>
                  <a:pt x="57145" y="171189"/>
                </a:cubicBezTo>
                <a:cubicBezTo>
                  <a:pt x="56841" y="173651"/>
                  <a:pt x="56172" y="176082"/>
                  <a:pt x="55017" y="178301"/>
                </a:cubicBezTo>
                <a:lnTo>
                  <a:pt x="55047" y="178332"/>
                </a:lnTo>
                <a:cubicBezTo>
                  <a:pt x="56202" y="176113"/>
                  <a:pt x="56932" y="173681"/>
                  <a:pt x="57236" y="171219"/>
                </a:cubicBezTo>
                <a:cubicBezTo>
                  <a:pt x="57570" y="168727"/>
                  <a:pt x="57479" y="166234"/>
                  <a:pt x="57023" y="163772"/>
                </a:cubicBezTo>
                <a:cubicBezTo>
                  <a:pt x="56597" y="161310"/>
                  <a:pt x="55838" y="158909"/>
                  <a:pt x="54834" y="156629"/>
                </a:cubicBezTo>
                <a:cubicBezTo>
                  <a:pt x="54318" y="155505"/>
                  <a:pt x="53771" y="154380"/>
                  <a:pt x="53102" y="153316"/>
                </a:cubicBezTo>
                <a:cubicBezTo>
                  <a:pt x="52433" y="152252"/>
                  <a:pt x="51673" y="151249"/>
                  <a:pt x="50822" y="150337"/>
                </a:cubicBezTo>
                <a:cubicBezTo>
                  <a:pt x="49181" y="148453"/>
                  <a:pt x="47205" y="146872"/>
                  <a:pt x="45138" y="145505"/>
                </a:cubicBezTo>
                <a:cubicBezTo>
                  <a:pt x="43041" y="144137"/>
                  <a:pt x="40852" y="142951"/>
                  <a:pt x="38634" y="141827"/>
                </a:cubicBezTo>
                <a:cubicBezTo>
                  <a:pt x="34165" y="139577"/>
                  <a:pt x="29576" y="137632"/>
                  <a:pt x="25351" y="135048"/>
                </a:cubicBezTo>
                <a:cubicBezTo>
                  <a:pt x="23253" y="133741"/>
                  <a:pt x="21247" y="132282"/>
                  <a:pt x="19454" y="130550"/>
                </a:cubicBezTo>
                <a:cubicBezTo>
                  <a:pt x="17691" y="128848"/>
                  <a:pt x="16171" y="126872"/>
                  <a:pt x="14955" y="124714"/>
                </a:cubicBezTo>
                <a:cubicBezTo>
                  <a:pt x="12524" y="120398"/>
                  <a:pt x="11369" y="115443"/>
                  <a:pt x="11308" y="110489"/>
                </a:cubicBezTo>
                <a:cubicBezTo>
                  <a:pt x="11277" y="108027"/>
                  <a:pt x="11551" y="105534"/>
                  <a:pt x="12129" y="103133"/>
                </a:cubicBezTo>
                <a:cubicBezTo>
                  <a:pt x="12293" y="102419"/>
                  <a:pt x="12491" y="101704"/>
                  <a:pt x="12723" y="100996"/>
                </a:cubicBezTo>
                <a:lnTo>
                  <a:pt x="12723" y="100996"/>
                </a:lnTo>
                <a:cubicBezTo>
                  <a:pt x="12819" y="100990"/>
                  <a:pt x="12914" y="100983"/>
                  <a:pt x="13010" y="100975"/>
                </a:cubicBezTo>
                <a:cubicBezTo>
                  <a:pt x="14256" y="100884"/>
                  <a:pt x="15502" y="100580"/>
                  <a:pt x="16627" y="100033"/>
                </a:cubicBezTo>
                <a:cubicBezTo>
                  <a:pt x="17205" y="99729"/>
                  <a:pt x="17752" y="99394"/>
                  <a:pt x="18208" y="98969"/>
                </a:cubicBezTo>
                <a:cubicBezTo>
                  <a:pt x="18664" y="98513"/>
                  <a:pt x="19059" y="97996"/>
                  <a:pt x="19272" y="97358"/>
                </a:cubicBezTo>
                <a:cubicBezTo>
                  <a:pt x="19484" y="96780"/>
                  <a:pt x="19545" y="96081"/>
                  <a:pt x="19332" y="95443"/>
                </a:cubicBezTo>
                <a:cubicBezTo>
                  <a:pt x="19120" y="94835"/>
                  <a:pt x="18542" y="94288"/>
                  <a:pt x="17843" y="94227"/>
                </a:cubicBezTo>
                <a:cubicBezTo>
                  <a:pt x="17780" y="94221"/>
                  <a:pt x="17717" y="94219"/>
                  <a:pt x="17655" y="94219"/>
                </a:cubicBezTo>
                <a:cubicBezTo>
                  <a:pt x="17055" y="94219"/>
                  <a:pt x="16487" y="94474"/>
                  <a:pt x="16019" y="94805"/>
                </a:cubicBezTo>
                <a:cubicBezTo>
                  <a:pt x="15502" y="95169"/>
                  <a:pt x="15047" y="95656"/>
                  <a:pt x="14682" y="96173"/>
                </a:cubicBezTo>
                <a:cubicBezTo>
                  <a:pt x="13922" y="97176"/>
                  <a:pt x="13405" y="98331"/>
                  <a:pt x="12919" y="99486"/>
                </a:cubicBezTo>
                <a:cubicBezTo>
                  <a:pt x="12749" y="99915"/>
                  <a:pt x="12588" y="100354"/>
                  <a:pt x="12438" y="100797"/>
                </a:cubicBezTo>
                <a:lnTo>
                  <a:pt x="12438" y="100797"/>
                </a:lnTo>
                <a:cubicBezTo>
                  <a:pt x="12277" y="100804"/>
                  <a:pt x="12115" y="100807"/>
                  <a:pt x="11953" y="100807"/>
                </a:cubicBezTo>
                <a:cubicBezTo>
                  <a:pt x="9842" y="100807"/>
                  <a:pt x="7701" y="100245"/>
                  <a:pt x="5897" y="99121"/>
                </a:cubicBezTo>
                <a:cubicBezTo>
                  <a:pt x="4864" y="98483"/>
                  <a:pt x="3922" y="97632"/>
                  <a:pt x="3162" y="96659"/>
                </a:cubicBezTo>
                <a:cubicBezTo>
                  <a:pt x="2402" y="95717"/>
                  <a:pt x="1824" y="94592"/>
                  <a:pt x="1368" y="93437"/>
                </a:cubicBezTo>
                <a:cubicBezTo>
                  <a:pt x="517" y="91127"/>
                  <a:pt x="153" y="88634"/>
                  <a:pt x="183" y="86142"/>
                </a:cubicBezTo>
                <a:cubicBezTo>
                  <a:pt x="213" y="83680"/>
                  <a:pt x="639" y="81188"/>
                  <a:pt x="1308" y="78817"/>
                </a:cubicBezTo>
                <a:cubicBezTo>
                  <a:pt x="2645" y="74014"/>
                  <a:pt x="4834" y="69516"/>
                  <a:pt x="7235" y="65169"/>
                </a:cubicBezTo>
                <a:cubicBezTo>
                  <a:pt x="9636" y="60822"/>
                  <a:pt x="12281" y="56628"/>
                  <a:pt x="14895" y="52373"/>
                </a:cubicBezTo>
                <a:cubicBezTo>
                  <a:pt x="17509" y="48148"/>
                  <a:pt x="20092" y="43892"/>
                  <a:pt x="22341" y="39454"/>
                </a:cubicBezTo>
                <a:cubicBezTo>
                  <a:pt x="23466" y="37236"/>
                  <a:pt x="24500" y="34956"/>
                  <a:pt x="25381" y="32615"/>
                </a:cubicBezTo>
                <a:cubicBezTo>
                  <a:pt x="26263" y="30275"/>
                  <a:pt x="26962" y="27874"/>
                  <a:pt x="27418" y="25412"/>
                </a:cubicBezTo>
                <a:cubicBezTo>
                  <a:pt x="27843" y="22980"/>
                  <a:pt x="27965" y="20457"/>
                  <a:pt x="27661" y="17965"/>
                </a:cubicBezTo>
                <a:cubicBezTo>
                  <a:pt x="27357" y="15472"/>
                  <a:pt x="26627" y="13041"/>
                  <a:pt x="25472" y="10822"/>
                </a:cubicBezTo>
                <a:cubicBezTo>
                  <a:pt x="24348" y="8603"/>
                  <a:pt x="22828" y="6597"/>
                  <a:pt x="21095" y="4803"/>
                </a:cubicBezTo>
                <a:cubicBezTo>
                  <a:pt x="19363" y="3010"/>
                  <a:pt x="17417" y="1430"/>
                  <a:pt x="153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471" name="Google Shape;471;p46">
            <a:extLst>
              <a:ext uri="{FF2B5EF4-FFF2-40B4-BE49-F238E27FC236}">
                <a16:creationId xmlns:a16="http://schemas.microsoft.com/office/drawing/2014/main" id="{DC2FD5FA-F6EE-3E3C-4882-F91C0D839E1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347" y="868683"/>
            <a:ext cx="4432950" cy="1055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  <a:t>Estudo de </a:t>
            </a:r>
            <a:r>
              <a:rPr lang="pt-PT" sz="3200" b="1" i="1" noProof="0" dirty="0" err="1">
                <a:latin typeface="Garet" panose="020B0604020202020204" charset="0"/>
                <a:ea typeface="Verdana" panose="020B0604030504040204" pitchFamily="34" charset="0"/>
              </a:rPr>
              <a:t>Guidelines</a:t>
            </a:r>
            <a:b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</a:br>
            <a: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  <a:t>para Páginas </a:t>
            </a:r>
            <a:r>
              <a:rPr lang="pt-PT" sz="3200" b="1" dirty="0">
                <a:latin typeface="Garet" panose="020B0604020202020204" charset="0"/>
                <a:ea typeface="Verdana" panose="020B0604030504040204" pitchFamily="34" charset="0"/>
              </a:rPr>
              <a:t>W</a:t>
            </a:r>
            <a:r>
              <a:rPr lang="pt-PT" sz="3200" b="1" noProof="0" dirty="0" err="1">
                <a:latin typeface="Garet" panose="020B0604020202020204" charset="0"/>
                <a:ea typeface="Verdana" panose="020B0604030504040204" pitchFamily="34" charset="0"/>
              </a:rPr>
              <a:t>eb</a:t>
            </a:r>
            <a: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  <a:t>.</a:t>
            </a:r>
            <a:endParaRPr lang="pt-PT" sz="4800" noProof="0" dirty="0">
              <a:latin typeface="Garet" panose="020B0604020202020204" charset="0"/>
            </a:endParaRPr>
          </a:p>
        </p:txBody>
      </p:sp>
      <p:grpSp>
        <p:nvGrpSpPr>
          <p:cNvPr id="473" name="Google Shape;473;p46">
            <a:extLst>
              <a:ext uri="{FF2B5EF4-FFF2-40B4-BE49-F238E27FC236}">
                <a16:creationId xmlns:a16="http://schemas.microsoft.com/office/drawing/2014/main" id="{8F1487B1-AB48-C1F4-4B1A-682A967F7E56}"/>
              </a:ext>
            </a:extLst>
          </p:cNvPr>
          <p:cNvGrpSpPr/>
          <p:nvPr/>
        </p:nvGrpSpPr>
        <p:grpSpPr>
          <a:xfrm>
            <a:off x="5237148" y="838398"/>
            <a:ext cx="3561036" cy="3466704"/>
            <a:chOff x="3766300" y="1724475"/>
            <a:chExt cx="2753875" cy="2680925"/>
          </a:xfrm>
        </p:grpSpPr>
        <p:sp>
          <p:nvSpPr>
            <p:cNvPr id="474" name="Google Shape;474;p46">
              <a:extLst>
                <a:ext uri="{FF2B5EF4-FFF2-40B4-BE49-F238E27FC236}">
                  <a16:creationId xmlns:a16="http://schemas.microsoft.com/office/drawing/2014/main" id="{04672763-F9FB-2457-77BB-6C5568650171}"/>
                </a:ext>
              </a:extLst>
            </p:cNvPr>
            <p:cNvSpPr/>
            <p:nvPr/>
          </p:nvSpPr>
          <p:spPr>
            <a:xfrm>
              <a:off x="4156125" y="2037550"/>
              <a:ext cx="1726500" cy="2351125"/>
            </a:xfrm>
            <a:custGeom>
              <a:avLst/>
              <a:gdLst/>
              <a:ahLst/>
              <a:cxnLst/>
              <a:rect l="l" t="t" r="r" b="b"/>
              <a:pathLst>
                <a:path w="69060" h="94045" extrusionOk="0">
                  <a:moveTo>
                    <a:pt x="62980" y="94045"/>
                  </a:moveTo>
                  <a:lnTo>
                    <a:pt x="6079" y="94045"/>
                  </a:lnTo>
                  <a:cubicBezTo>
                    <a:pt x="2705" y="94045"/>
                    <a:pt x="0" y="91309"/>
                    <a:pt x="0" y="87965"/>
                  </a:cubicBezTo>
                  <a:lnTo>
                    <a:pt x="0" y="6080"/>
                  </a:lnTo>
                  <a:cubicBezTo>
                    <a:pt x="0" y="2736"/>
                    <a:pt x="2705" y="1"/>
                    <a:pt x="6079" y="1"/>
                  </a:cubicBezTo>
                  <a:lnTo>
                    <a:pt x="62980" y="1"/>
                  </a:lnTo>
                  <a:cubicBezTo>
                    <a:pt x="66324" y="1"/>
                    <a:pt x="69059" y="2736"/>
                    <a:pt x="69059" y="6080"/>
                  </a:cubicBezTo>
                  <a:lnTo>
                    <a:pt x="69059" y="87965"/>
                  </a:lnTo>
                  <a:cubicBezTo>
                    <a:pt x="69059" y="91309"/>
                    <a:pt x="66324" y="94045"/>
                    <a:pt x="62980" y="9404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5" name="Google Shape;475;p46">
              <a:extLst>
                <a:ext uri="{FF2B5EF4-FFF2-40B4-BE49-F238E27FC236}">
                  <a16:creationId xmlns:a16="http://schemas.microsoft.com/office/drawing/2014/main" id="{16E51CD7-BF7D-9080-EDE4-C2BCEC65D7A6}"/>
                </a:ext>
              </a:extLst>
            </p:cNvPr>
            <p:cNvSpPr/>
            <p:nvPr/>
          </p:nvSpPr>
          <p:spPr>
            <a:xfrm>
              <a:off x="4929700" y="4226025"/>
              <a:ext cx="179350" cy="179375"/>
            </a:xfrm>
            <a:custGeom>
              <a:avLst/>
              <a:gdLst/>
              <a:ahLst/>
              <a:cxnLst/>
              <a:rect l="l" t="t" r="r" b="b"/>
              <a:pathLst>
                <a:path w="7174" h="7175" extrusionOk="0">
                  <a:moveTo>
                    <a:pt x="7173" y="3588"/>
                  </a:moveTo>
                  <a:cubicBezTo>
                    <a:pt x="7173" y="5563"/>
                    <a:pt x="5562" y="7174"/>
                    <a:pt x="3587" y="7174"/>
                  </a:cubicBezTo>
                  <a:cubicBezTo>
                    <a:pt x="1611" y="7174"/>
                    <a:pt x="0" y="5563"/>
                    <a:pt x="0" y="3588"/>
                  </a:cubicBezTo>
                  <a:cubicBezTo>
                    <a:pt x="0" y="1612"/>
                    <a:pt x="1611" y="1"/>
                    <a:pt x="3587" y="1"/>
                  </a:cubicBezTo>
                  <a:cubicBezTo>
                    <a:pt x="5562" y="1"/>
                    <a:pt x="7173" y="1612"/>
                    <a:pt x="7173" y="3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6" name="Google Shape;476;p46">
              <a:extLst>
                <a:ext uri="{FF2B5EF4-FFF2-40B4-BE49-F238E27FC236}">
                  <a16:creationId xmlns:a16="http://schemas.microsoft.com/office/drawing/2014/main" id="{51973E0A-F1AC-FF38-B61A-0627C7355504}"/>
                </a:ext>
              </a:extLst>
            </p:cNvPr>
            <p:cNvSpPr/>
            <p:nvPr/>
          </p:nvSpPr>
          <p:spPr>
            <a:xfrm>
              <a:off x="4309625" y="1920525"/>
              <a:ext cx="1598075" cy="2249300"/>
            </a:xfrm>
            <a:custGeom>
              <a:avLst/>
              <a:gdLst/>
              <a:ahLst/>
              <a:cxnLst/>
              <a:rect l="l" t="t" r="r" b="b"/>
              <a:pathLst>
                <a:path w="63923" h="89972" extrusionOk="0">
                  <a:moveTo>
                    <a:pt x="58937" y="89972"/>
                  </a:moveTo>
                  <a:lnTo>
                    <a:pt x="5015" y="89972"/>
                  </a:lnTo>
                  <a:cubicBezTo>
                    <a:pt x="2249" y="89972"/>
                    <a:pt x="0" y="87753"/>
                    <a:pt x="0" y="84987"/>
                  </a:cubicBezTo>
                  <a:lnTo>
                    <a:pt x="0" y="4986"/>
                  </a:lnTo>
                  <a:cubicBezTo>
                    <a:pt x="0" y="2220"/>
                    <a:pt x="2249" y="1"/>
                    <a:pt x="5015" y="1"/>
                  </a:cubicBezTo>
                  <a:lnTo>
                    <a:pt x="58937" y="1"/>
                  </a:lnTo>
                  <a:cubicBezTo>
                    <a:pt x="61673" y="1"/>
                    <a:pt x="63922" y="2220"/>
                    <a:pt x="63922" y="4986"/>
                  </a:cubicBezTo>
                  <a:lnTo>
                    <a:pt x="63922" y="84987"/>
                  </a:lnTo>
                  <a:cubicBezTo>
                    <a:pt x="63922" y="87753"/>
                    <a:pt x="61673" y="89972"/>
                    <a:pt x="58937" y="899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7" name="Google Shape;477;p46">
              <a:extLst>
                <a:ext uri="{FF2B5EF4-FFF2-40B4-BE49-F238E27FC236}">
                  <a16:creationId xmlns:a16="http://schemas.microsoft.com/office/drawing/2014/main" id="{6F20D9F6-A025-0391-028D-B485A660B9F0}"/>
                </a:ext>
              </a:extLst>
            </p:cNvPr>
            <p:cNvSpPr/>
            <p:nvPr/>
          </p:nvSpPr>
          <p:spPr>
            <a:xfrm>
              <a:off x="4112050" y="3556575"/>
              <a:ext cx="402000" cy="402000"/>
            </a:xfrm>
            <a:custGeom>
              <a:avLst/>
              <a:gdLst/>
              <a:ahLst/>
              <a:cxnLst/>
              <a:rect l="l" t="t" r="r" b="b"/>
              <a:pathLst>
                <a:path w="16080" h="16080" extrusionOk="0">
                  <a:moveTo>
                    <a:pt x="0" y="0"/>
                  </a:moveTo>
                  <a:lnTo>
                    <a:pt x="16080" y="0"/>
                  </a:lnTo>
                  <a:lnTo>
                    <a:pt x="16080" y="16080"/>
                  </a:lnTo>
                  <a:lnTo>
                    <a:pt x="0" y="1608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8" name="Google Shape;478;p46">
              <a:extLst>
                <a:ext uri="{FF2B5EF4-FFF2-40B4-BE49-F238E27FC236}">
                  <a16:creationId xmlns:a16="http://schemas.microsoft.com/office/drawing/2014/main" id="{4E2294FA-1858-6580-6FB9-61F24D107696}"/>
                </a:ext>
              </a:extLst>
            </p:cNvPr>
            <p:cNvSpPr/>
            <p:nvPr/>
          </p:nvSpPr>
          <p:spPr>
            <a:xfrm>
              <a:off x="4220700" y="3667525"/>
              <a:ext cx="183925" cy="179350"/>
            </a:xfrm>
            <a:custGeom>
              <a:avLst/>
              <a:gdLst/>
              <a:ahLst/>
              <a:cxnLst/>
              <a:rect l="l" t="t" r="r" b="b"/>
              <a:pathLst>
                <a:path w="7357" h="7174" extrusionOk="0">
                  <a:moveTo>
                    <a:pt x="6597" y="4377"/>
                  </a:moveTo>
                  <a:lnTo>
                    <a:pt x="761" y="4377"/>
                  </a:lnTo>
                  <a:cubicBezTo>
                    <a:pt x="335" y="4377"/>
                    <a:pt x="1" y="4012"/>
                    <a:pt x="1" y="3587"/>
                  </a:cubicBezTo>
                  <a:lnTo>
                    <a:pt x="1" y="3587"/>
                  </a:lnTo>
                  <a:cubicBezTo>
                    <a:pt x="1" y="3161"/>
                    <a:pt x="335" y="2827"/>
                    <a:pt x="761" y="2827"/>
                  </a:cubicBezTo>
                  <a:lnTo>
                    <a:pt x="6597" y="2827"/>
                  </a:lnTo>
                  <a:cubicBezTo>
                    <a:pt x="7022" y="2827"/>
                    <a:pt x="7357" y="3161"/>
                    <a:pt x="7357" y="3587"/>
                  </a:cubicBezTo>
                  <a:lnTo>
                    <a:pt x="7357" y="3587"/>
                  </a:lnTo>
                  <a:cubicBezTo>
                    <a:pt x="7357" y="4012"/>
                    <a:pt x="7022" y="4377"/>
                    <a:pt x="6597" y="4377"/>
                  </a:cubicBezTo>
                  <a:close/>
                  <a:moveTo>
                    <a:pt x="7357" y="6414"/>
                  </a:moveTo>
                  <a:lnTo>
                    <a:pt x="7357" y="6414"/>
                  </a:lnTo>
                  <a:cubicBezTo>
                    <a:pt x="7357" y="5988"/>
                    <a:pt x="7022" y="5623"/>
                    <a:pt x="6597" y="5623"/>
                  </a:cubicBezTo>
                  <a:lnTo>
                    <a:pt x="761" y="5623"/>
                  </a:lnTo>
                  <a:cubicBezTo>
                    <a:pt x="335" y="5623"/>
                    <a:pt x="1" y="5958"/>
                    <a:pt x="1" y="6414"/>
                  </a:cubicBezTo>
                  <a:lnTo>
                    <a:pt x="1" y="6414"/>
                  </a:lnTo>
                  <a:cubicBezTo>
                    <a:pt x="1" y="6839"/>
                    <a:pt x="335" y="7174"/>
                    <a:pt x="761" y="7174"/>
                  </a:cubicBezTo>
                  <a:lnTo>
                    <a:pt x="6597" y="7174"/>
                  </a:lnTo>
                  <a:cubicBezTo>
                    <a:pt x="7022" y="7174"/>
                    <a:pt x="7357" y="6839"/>
                    <a:pt x="7357" y="6414"/>
                  </a:cubicBezTo>
                  <a:close/>
                  <a:moveTo>
                    <a:pt x="6597" y="0"/>
                  </a:moveTo>
                  <a:lnTo>
                    <a:pt x="761" y="0"/>
                  </a:lnTo>
                  <a:cubicBezTo>
                    <a:pt x="335" y="0"/>
                    <a:pt x="1" y="365"/>
                    <a:pt x="1" y="790"/>
                  </a:cubicBezTo>
                  <a:lnTo>
                    <a:pt x="1" y="790"/>
                  </a:lnTo>
                  <a:cubicBezTo>
                    <a:pt x="1" y="1216"/>
                    <a:pt x="335" y="1550"/>
                    <a:pt x="761" y="1550"/>
                  </a:cubicBezTo>
                  <a:lnTo>
                    <a:pt x="6597" y="1550"/>
                  </a:lnTo>
                  <a:cubicBezTo>
                    <a:pt x="7022" y="1550"/>
                    <a:pt x="7357" y="1216"/>
                    <a:pt x="7357" y="790"/>
                  </a:cubicBezTo>
                  <a:lnTo>
                    <a:pt x="7357" y="790"/>
                  </a:lnTo>
                  <a:cubicBezTo>
                    <a:pt x="7357" y="365"/>
                    <a:pt x="7022" y="0"/>
                    <a:pt x="6597" y="0"/>
                  </a:cubicBezTo>
                  <a:close/>
                </a:path>
              </a:pathLst>
            </a:custGeom>
            <a:solidFill>
              <a:srgbClr val="99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9" name="Google Shape;479;p46">
              <a:extLst>
                <a:ext uri="{FF2B5EF4-FFF2-40B4-BE49-F238E27FC236}">
                  <a16:creationId xmlns:a16="http://schemas.microsoft.com/office/drawing/2014/main" id="{1A4EA83C-6959-1BDF-AAF3-0A9CCC8A8541}"/>
                </a:ext>
              </a:extLst>
            </p:cNvPr>
            <p:cNvSpPr/>
            <p:nvPr/>
          </p:nvSpPr>
          <p:spPr>
            <a:xfrm>
              <a:off x="4411450" y="2638625"/>
              <a:ext cx="1520550" cy="993200"/>
            </a:xfrm>
            <a:custGeom>
              <a:avLst/>
              <a:gdLst/>
              <a:ahLst/>
              <a:cxnLst/>
              <a:rect l="l" t="t" r="r" b="b"/>
              <a:pathLst>
                <a:path w="60822" h="39728" extrusionOk="0">
                  <a:moveTo>
                    <a:pt x="0" y="1"/>
                  </a:moveTo>
                  <a:lnTo>
                    <a:pt x="60822" y="1"/>
                  </a:lnTo>
                  <a:lnTo>
                    <a:pt x="60822" y="39728"/>
                  </a:lnTo>
                  <a:lnTo>
                    <a:pt x="0" y="3972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0" name="Google Shape;480;p46">
              <a:extLst>
                <a:ext uri="{FF2B5EF4-FFF2-40B4-BE49-F238E27FC236}">
                  <a16:creationId xmlns:a16="http://schemas.microsoft.com/office/drawing/2014/main" id="{34F29374-AD00-9865-C031-C90CE6645743}"/>
                </a:ext>
              </a:extLst>
            </p:cNvPr>
            <p:cNvSpPr/>
            <p:nvPr/>
          </p:nvSpPr>
          <p:spPr>
            <a:xfrm>
              <a:off x="4441850" y="2665975"/>
              <a:ext cx="1460525" cy="938500"/>
            </a:xfrm>
            <a:custGeom>
              <a:avLst/>
              <a:gdLst/>
              <a:ahLst/>
              <a:cxnLst/>
              <a:rect l="l" t="t" r="r" b="b"/>
              <a:pathLst>
                <a:path w="58421" h="37540" extrusionOk="0">
                  <a:moveTo>
                    <a:pt x="0" y="1"/>
                  </a:moveTo>
                  <a:lnTo>
                    <a:pt x="58421" y="1"/>
                  </a:lnTo>
                  <a:lnTo>
                    <a:pt x="58421" y="37539"/>
                  </a:lnTo>
                  <a:lnTo>
                    <a:pt x="0" y="3753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1" name="Google Shape;481;p46">
              <a:extLst>
                <a:ext uri="{FF2B5EF4-FFF2-40B4-BE49-F238E27FC236}">
                  <a16:creationId xmlns:a16="http://schemas.microsoft.com/office/drawing/2014/main" id="{7CA99251-9066-E0A7-4658-4D09B09A2607}"/>
                </a:ext>
              </a:extLst>
            </p:cNvPr>
            <p:cNvSpPr/>
            <p:nvPr/>
          </p:nvSpPr>
          <p:spPr>
            <a:xfrm>
              <a:off x="4536075" y="2492725"/>
              <a:ext cx="1521325" cy="992450"/>
            </a:xfrm>
            <a:custGeom>
              <a:avLst/>
              <a:gdLst/>
              <a:ahLst/>
              <a:cxnLst/>
              <a:rect l="l" t="t" r="r" b="b"/>
              <a:pathLst>
                <a:path w="60853" h="39698" extrusionOk="0">
                  <a:moveTo>
                    <a:pt x="0" y="1"/>
                  </a:moveTo>
                  <a:lnTo>
                    <a:pt x="60852" y="1"/>
                  </a:lnTo>
                  <a:lnTo>
                    <a:pt x="60852" y="39697"/>
                  </a:lnTo>
                  <a:lnTo>
                    <a:pt x="0" y="3969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2" name="Google Shape;482;p46">
              <a:extLst>
                <a:ext uri="{FF2B5EF4-FFF2-40B4-BE49-F238E27FC236}">
                  <a16:creationId xmlns:a16="http://schemas.microsoft.com/office/drawing/2014/main" id="{9C9A3652-5C79-45EA-5B45-9530C54FC9C7}"/>
                </a:ext>
              </a:extLst>
            </p:cNvPr>
            <p:cNvSpPr/>
            <p:nvPr/>
          </p:nvSpPr>
          <p:spPr>
            <a:xfrm>
              <a:off x="4566450" y="2519325"/>
              <a:ext cx="1460550" cy="939250"/>
            </a:xfrm>
            <a:custGeom>
              <a:avLst/>
              <a:gdLst/>
              <a:ahLst/>
              <a:cxnLst/>
              <a:rect l="l" t="t" r="r" b="b"/>
              <a:pathLst>
                <a:path w="58422" h="37570" extrusionOk="0">
                  <a:moveTo>
                    <a:pt x="1" y="0"/>
                  </a:moveTo>
                  <a:lnTo>
                    <a:pt x="58421" y="0"/>
                  </a:lnTo>
                  <a:lnTo>
                    <a:pt x="58421" y="37569"/>
                  </a:lnTo>
                  <a:lnTo>
                    <a:pt x="1" y="3756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3" name="Google Shape;483;p46">
              <a:extLst>
                <a:ext uri="{FF2B5EF4-FFF2-40B4-BE49-F238E27FC236}">
                  <a16:creationId xmlns:a16="http://schemas.microsoft.com/office/drawing/2014/main" id="{C22FE104-7835-8C6D-344B-36F94EBDE3CD}"/>
                </a:ext>
              </a:extLst>
            </p:cNvPr>
            <p:cNvSpPr/>
            <p:nvPr/>
          </p:nvSpPr>
          <p:spPr>
            <a:xfrm>
              <a:off x="5325600" y="2847600"/>
              <a:ext cx="606400" cy="525100"/>
            </a:xfrm>
            <a:custGeom>
              <a:avLst/>
              <a:gdLst/>
              <a:ahLst/>
              <a:cxnLst/>
              <a:rect l="l" t="t" r="r" b="b"/>
              <a:pathLst>
                <a:path w="24256" h="21004" extrusionOk="0">
                  <a:moveTo>
                    <a:pt x="12128" y="0"/>
                  </a:moveTo>
                  <a:lnTo>
                    <a:pt x="0" y="21004"/>
                  </a:lnTo>
                  <a:lnTo>
                    <a:pt x="24256" y="210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4" name="Google Shape;484;p46">
              <a:extLst>
                <a:ext uri="{FF2B5EF4-FFF2-40B4-BE49-F238E27FC236}">
                  <a16:creationId xmlns:a16="http://schemas.microsoft.com/office/drawing/2014/main" id="{B0317085-E3DE-9EB3-0882-D7987A717B39}"/>
                </a:ext>
              </a:extLst>
            </p:cNvPr>
            <p:cNvSpPr/>
            <p:nvPr/>
          </p:nvSpPr>
          <p:spPr>
            <a:xfrm>
              <a:off x="4643200" y="2638625"/>
              <a:ext cx="848075" cy="734075"/>
            </a:xfrm>
            <a:custGeom>
              <a:avLst/>
              <a:gdLst/>
              <a:ahLst/>
              <a:cxnLst/>
              <a:rect l="l" t="t" r="r" b="b"/>
              <a:pathLst>
                <a:path w="33923" h="29363" extrusionOk="0">
                  <a:moveTo>
                    <a:pt x="16962" y="1"/>
                  </a:moveTo>
                  <a:lnTo>
                    <a:pt x="1" y="29363"/>
                  </a:lnTo>
                  <a:lnTo>
                    <a:pt x="33922" y="293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5" name="Google Shape;485;p46">
              <a:extLst>
                <a:ext uri="{FF2B5EF4-FFF2-40B4-BE49-F238E27FC236}">
                  <a16:creationId xmlns:a16="http://schemas.microsoft.com/office/drawing/2014/main" id="{25063989-0BB2-9DBE-26E6-5ADA6B5D6E45}"/>
                </a:ext>
              </a:extLst>
            </p:cNvPr>
            <p:cNvSpPr/>
            <p:nvPr/>
          </p:nvSpPr>
          <p:spPr>
            <a:xfrm>
              <a:off x="5325600" y="2665975"/>
              <a:ext cx="180875" cy="181650"/>
            </a:xfrm>
            <a:custGeom>
              <a:avLst/>
              <a:gdLst/>
              <a:ahLst/>
              <a:cxnLst/>
              <a:rect l="l" t="t" r="r" b="b"/>
              <a:pathLst>
                <a:path w="7235" h="7266" extrusionOk="0">
                  <a:moveTo>
                    <a:pt x="7234" y="3618"/>
                  </a:moveTo>
                  <a:cubicBezTo>
                    <a:pt x="7234" y="5624"/>
                    <a:pt x="5593" y="7265"/>
                    <a:pt x="3617" y="7265"/>
                  </a:cubicBezTo>
                  <a:cubicBezTo>
                    <a:pt x="1611" y="7265"/>
                    <a:pt x="0" y="5624"/>
                    <a:pt x="0" y="3618"/>
                  </a:cubicBezTo>
                  <a:cubicBezTo>
                    <a:pt x="0" y="1642"/>
                    <a:pt x="1611" y="1"/>
                    <a:pt x="3617" y="1"/>
                  </a:cubicBezTo>
                  <a:cubicBezTo>
                    <a:pt x="5593" y="1"/>
                    <a:pt x="7234" y="1642"/>
                    <a:pt x="7234" y="36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6" name="Google Shape;486;p46">
              <a:extLst>
                <a:ext uri="{FF2B5EF4-FFF2-40B4-BE49-F238E27FC236}">
                  <a16:creationId xmlns:a16="http://schemas.microsoft.com/office/drawing/2014/main" id="{95174086-D8E3-79E3-0243-6C08A06BF290}"/>
                </a:ext>
              </a:extLst>
            </p:cNvPr>
            <p:cNvSpPr/>
            <p:nvPr/>
          </p:nvSpPr>
          <p:spPr>
            <a:xfrm>
              <a:off x="5614350" y="2295150"/>
              <a:ext cx="636050" cy="636825"/>
            </a:xfrm>
            <a:custGeom>
              <a:avLst/>
              <a:gdLst/>
              <a:ahLst/>
              <a:cxnLst/>
              <a:rect l="l" t="t" r="r" b="b"/>
              <a:pathLst>
                <a:path w="25442" h="25473" extrusionOk="0">
                  <a:moveTo>
                    <a:pt x="1" y="1"/>
                  </a:moveTo>
                  <a:lnTo>
                    <a:pt x="25442" y="1"/>
                  </a:lnTo>
                  <a:lnTo>
                    <a:pt x="25442" y="25472"/>
                  </a:lnTo>
                  <a:lnTo>
                    <a:pt x="1" y="25472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7" name="Google Shape;487;p46">
              <a:extLst>
                <a:ext uri="{FF2B5EF4-FFF2-40B4-BE49-F238E27FC236}">
                  <a16:creationId xmlns:a16="http://schemas.microsoft.com/office/drawing/2014/main" id="{8E36B77A-D1D0-67F5-8BA9-8845983CE04E}"/>
                </a:ext>
              </a:extLst>
            </p:cNvPr>
            <p:cNvSpPr/>
            <p:nvPr/>
          </p:nvSpPr>
          <p:spPr>
            <a:xfrm>
              <a:off x="5582425" y="2264000"/>
              <a:ext cx="699150" cy="699125"/>
            </a:xfrm>
            <a:custGeom>
              <a:avLst/>
              <a:gdLst/>
              <a:ahLst/>
              <a:cxnLst/>
              <a:rect l="l" t="t" r="r" b="b"/>
              <a:pathLst>
                <a:path w="27966" h="27965" extrusionOk="0">
                  <a:moveTo>
                    <a:pt x="25442" y="27964"/>
                  </a:moveTo>
                  <a:lnTo>
                    <a:pt x="25442" y="25442"/>
                  </a:lnTo>
                  <a:lnTo>
                    <a:pt x="27965" y="25442"/>
                  </a:lnTo>
                  <a:lnTo>
                    <a:pt x="27965" y="27964"/>
                  </a:lnTo>
                  <a:close/>
                  <a:moveTo>
                    <a:pt x="1" y="27964"/>
                  </a:moveTo>
                  <a:lnTo>
                    <a:pt x="1" y="25442"/>
                  </a:lnTo>
                  <a:lnTo>
                    <a:pt x="2524" y="25442"/>
                  </a:lnTo>
                  <a:lnTo>
                    <a:pt x="2524" y="27964"/>
                  </a:lnTo>
                  <a:close/>
                  <a:moveTo>
                    <a:pt x="25442" y="2523"/>
                  </a:moveTo>
                  <a:lnTo>
                    <a:pt x="25442" y="1"/>
                  </a:lnTo>
                  <a:lnTo>
                    <a:pt x="27965" y="1"/>
                  </a:lnTo>
                  <a:lnTo>
                    <a:pt x="27965" y="2523"/>
                  </a:lnTo>
                  <a:close/>
                  <a:moveTo>
                    <a:pt x="1" y="2523"/>
                  </a:moveTo>
                  <a:lnTo>
                    <a:pt x="1" y="1"/>
                  </a:lnTo>
                  <a:lnTo>
                    <a:pt x="2524" y="1"/>
                  </a:lnTo>
                  <a:lnTo>
                    <a:pt x="2524" y="2523"/>
                  </a:lnTo>
                  <a:close/>
                </a:path>
              </a:pathLst>
            </a:custGeom>
            <a:solidFill>
              <a:srgbClr val="664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8" name="Google Shape;488;p46">
              <a:extLst>
                <a:ext uri="{FF2B5EF4-FFF2-40B4-BE49-F238E27FC236}">
                  <a16:creationId xmlns:a16="http://schemas.microsoft.com/office/drawing/2014/main" id="{1F6C650A-DA38-8536-E96E-A25F11E48C57}"/>
                </a:ext>
              </a:extLst>
            </p:cNvPr>
            <p:cNvSpPr/>
            <p:nvPr/>
          </p:nvSpPr>
          <p:spPr>
            <a:xfrm>
              <a:off x="5793675" y="2466900"/>
              <a:ext cx="277400" cy="334375"/>
            </a:xfrm>
            <a:custGeom>
              <a:avLst/>
              <a:gdLst/>
              <a:ahLst/>
              <a:cxnLst/>
              <a:rect l="l" t="t" r="r" b="b"/>
              <a:pathLst>
                <a:path w="11096" h="13375" extrusionOk="0">
                  <a:moveTo>
                    <a:pt x="11095" y="0"/>
                  </a:moveTo>
                  <a:lnTo>
                    <a:pt x="11095" y="2553"/>
                  </a:lnTo>
                  <a:lnTo>
                    <a:pt x="7053" y="2553"/>
                  </a:lnTo>
                  <a:lnTo>
                    <a:pt x="7053" y="13374"/>
                  </a:lnTo>
                  <a:lnTo>
                    <a:pt x="4044" y="13374"/>
                  </a:lnTo>
                  <a:lnTo>
                    <a:pt x="4044" y="2553"/>
                  </a:lnTo>
                  <a:lnTo>
                    <a:pt x="1" y="25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9" name="Google Shape;489;p46">
              <a:extLst>
                <a:ext uri="{FF2B5EF4-FFF2-40B4-BE49-F238E27FC236}">
                  <a16:creationId xmlns:a16="http://schemas.microsoft.com/office/drawing/2014/main" id="{6D208D8D-CCF6-6F33-CBC3-09D760135DF6}"/>
                </a:ext>
              </a:extLst>
            </p:cNvPr>
            <p:cNvSpPr/>
            <p:nvPr/>
          </p:nvSpPr>
          <p:spPr>
            <a:xfrm>
              <a:off x="3966900" y="2033750"/>
              <a:ext cx="1743975" cy="102625"/>
            </a:xfrm>
            <a:custGeom>
              <a:avLst/>
              <a:gdLst/>
              <a:ahLst/>
              <a:cxnLst/>
              <a:rect l="l" t="t" r="r" b="b"/>
              <a:pathLst>
                <a:path w="69759" h="4105" extrusionOk="0">
                  <a:moveTo>
                    <a:pt x="67722" y="4104"/>
                  </a:moveTo>
                  <a:lnTo>
                    <a:pt x="2037" y="4104"/>
                  </a:lnTo>
                  <a:cubicBezTo>
                    <a:pt x="913" y="4104"/>
                    <a:pt x="1" y="3192"/>
                    <a:pt x="1" y="2037"/>
                  </a:cubicBezTo>
                  <a:lnTo>
                    <a:pt x="1" y="2037"/>
                  </a:lnTo>
                  <a:cubicBezTo>
                    <a:pt x="1" y="913"/>
                    <a:pt x="913" y="1"/>
                    <a:pt x="2037" y="1"/>
                  </a:cubicBezTo>
                  <a:lnTo>
                    <a:pt x="67722" y="1"/>
                  </a:lnTo>
                  <a:cubicBezTo>
                    <a:pt x="68847" y="1"/>
                    <a:pt x="69759" y="913"/>
                    <a:pt x="69759" y="2037"/>
                  </a:cubicBezTo>
                  <a:lnTo>
                    <a:pt x="69759" y="2037"/>
                  </a:lnTo>
                  <a:cubicBezTo>
                    <a:pt x="69759" y="3192"/>
                    <a:pt x="68847" y="4104"/>
                    <a:pt x="67722" y="410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0" name="Google Shape;490;p46">
              <a:extLst>
                <a:ext uri="{FF2B5EF4-FFF2-40B4-BE49-F238E27FC236}">
                  <a16:creationId xmlns:a16="http://schemas.microsoft.com/office/drawing/2014/main" id="{7254C52A-9837-ECEC-73F0-0C0B3F6BDE4F}"/>
                </a:ext>
              </a:extLst>
            </p:cNvPr>
            <p:cNvSpPr/>
            <p:nvPr/>
          </p:nvSpPr>
          <p:spPr>
            <a:xfrm>
              <a:off x="4006425" y="2063400"/>
              <a:ext cx="41825" cy="42575"/>
            </a:xfrm>
            <a:custGeom>
              <a:avLst/>
              <a:gdLst/>
              <a:ahLst/>
              <a:cxnLst/>
              <a:rect l="l" t="t" r="r" b="b"/>
              <a:pathLst>
                <a:path w="1673" h="1703" extrusionOk="0">
                  <a:moveTo>
                    <a:pt x="851" y="0"/>
                  </a:moveTo>
                  <a:cubicBezTo>
                    <a:pt x="365" y="0"/>
                    <a:pt x="0" y="395"/>
                    <a:pt x="0" y="851"/>
                  </a:cubicBezTo>
                  <a:cubicBezTo>
                    <a:pt x="0" y="1338"/>
                    <a:pt x="365" y="1702"/>
                    <a:pt x="851" y="1702"/>
                  </a:cubicBezTo>
                  <a:cubicBezTo>
                    <a:pt x="1307" y="1702"/>
                    <a:pt x="1672" y="1338"/>
                    <a:pt x="1672" y="851"/>
                  </a:cubicBezTo>
                  <a:cubicBezTo>
                    <a:pt x="1672" y="395"/>
                    <a:pt x="1307" y="0"/>
                    <a:pt x="8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1" name="Google Shape;491;p46">
              <a:extLst>
                <a:ext uri="{FF2B5EF4-FFF2-40B4-BE49-F238E27FC236}">
                  <a16:creationId xmlns:a16="http://schemas.microsoft.com/office/drawing/2014/main" id="{A9BB032F-FE65-22F4-5C7F-2FEFB01BFEC1}"/>
                </a:ext>
              </a:extLst>
            </p:cNvPr>
            <p:cNvSpPr/>
            <p:nvPr/>
          </p:nvSpPr>
          <p:spPr>
            <a:xfrm>
              <a:off x="4073300" y="2063400"/>
              <a:ext cx="41800" cy="42575"/>
            </a:xfrm>
            <a:custGeom>
              <a:avLst/>
              <a:gdLst/>
              <a:ahLst/>
              <a:cxnLst/>
              <a:rect l="l" t="t" r="r" b="b"/>
              <a:pathLst>
                <a:path w="1672" h="1703" extrusionOk="0">
                  <a:moveTo>
                    <a:pt x="821" y="0"/>
                  </a:moveTo>
                  <a:cubicBezTo>
                    <a:pt x="365" y="0"/>
                    <a:pt x="0" y="395"/>
                    <a:pt x="0" y="851"/>
                  </a:cubicBezTo>
                  <a:cubicBezTo>
                    <a:pt x="0" y="1338"/>
                    <a:pt x="365" y="1702"/>
                    <a:pt x="821" y="1702"/>
                  </a:cubicBezTo>
                  <a:cubicBezTo>
                    <a:pt x="1307" y="1702"/>
                    <a:pt x="1672" y="1338"/>
                    <a:pt x="1672" y="851"/>
                  </a:cubicBezTo>
                  <a:cubicBezTo>
                    <a:pt x="1672" y="395"/>
                    <a:pt x="1307" y="0"/>
                    <a:pt x="8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2" name="Google Shape;492;p46">
              <a:extLst>
                <a:ext uri="{FF2B5EF4-FFF2-40B4-BE49-F238E27FC236}">
                  <a16:creationId xmlns:a16="http://schemas.microsoft.com/office/drawing/2014/main" id="{432A11E4-6E65-26CE-7C01-FFE6002DE86C}"/>
                </a:ext>
              </a:extLst>
            </p:cNvPr>
            <p:cNvSpPr/>
            <p:nvPr/>
          </p:nvSpPr>
          <p:spPr>
            <a:xfrm>
              <a:off x="4139400" y="2063400"/>
              <a:ext cx="42575" cy="42575"/>
            </a:xfrm>
            <a:custGeom>
              <a:avLst/>
              <a:gdLst/>
              <a:ahLst/>
              <a:cxnLst/>
              <a:rect l="l" t="t" r="r" b="b"/>
              <a:pathLst>
                <a:path w="1703" h="1703" extrusionOk="0">
                  <a:moveTo>
                    <a:pt x="852" y="0"/>
                  </a:moveTo>
                  <a:cubicBezTo>
                    <a:pt x="396" y="0"/>
                    <a:pt x="1" y="395"/>
                    <a:pt x="1" y="851"/>
                  </a:cubicBezTo>
                  <a:cubicBezTo>
                    <a:pt x="1" y="1338"/>
                    <a:pt x="396" y="1702"/>
                    <a:pt x="852" y="1702"/>
                  </a:cubicBezTo>
                  <a:cubicBezTo>
                    <a:pt x="1338" y="1702"/>
                    <a:pt x="1703" y="1338"/>
                    <a:pt x="1703" y="851"/>
                  </a:cubicBezTo>
                  <a:cubicBezTo>
                    <a:pt x="1703" y="395"/>
                    <a:pt x="1338" y="0"/>
                    <a:pt x="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3" name="Google Shape;493;p46">
              <a:extLst>
                <a:ext uri="{FF2B5EF4-FFF2-40B4-BE49-F238E27FC236}">
                  <a16:creationId xmlns:a16="http://schemas.microsoft.com/office/drawing/2014/main" id="{65FB7268-73D7-2667-0E1E-F1E7DD35A6C1}"/>
                </a:ext>
              </a:extLst>
            </p:cNvPr>
            <p:cNvSpPr/>
            <p:nvPr/>
          </p:nvSpPr>
          <p:spPr>
            <a:xfrm>
              <a:off x="4709325" y="2077825"/>
              <a:ext cx="415675" cy="333625"/>
            </a:xfrm>
            <a:custGeom>
              <a:avLst/>
              <a:gdLst/>
              <a:ahLst/>
              <a:cxnLst/>
              <a:rect l="l" t="t" r="r" b="b"/>
              <a:pathLst>
                <a:path w="16627" h="13345" extrusionOk="0">
                  <a:moveTo>
                    <a:pt x="15472" y="11369"/>
                  </a:moveTo>
                  <a:cubicBezTo>
                    <a:pt x="15320" y="10791"/>
                    <a:pt x="15411" y="10183"/>
                    <a:pt x="15715" y="9666"/>
                  </a:cubicBezTo>
                  <a:cubicBezTo>
                    <a:pt x="16292" y="8755"/>
                    <a:pt x="16627" y="7752"/>
                    <a:pt x="16627" y="6657"/>
                  </a:cubicBezTo>
                  <a:cubicBezTo>
                    <a:pt x="16627" y="2979"/>
                    <a:pt x="12888" y="1"/>
                    <a:pt x="8298" y="1"/>
                  </a:cubicBezTo>
                  <a:cubicBezTo>
                    <a:pt x="3709" y="1"/>
                    <a:pt x="0" y="2979"/>
                    <a:pt x="0" y="6657"/>
                  </a:cubicBezTo>
                  <a:cubicBezTo>
                    <a:pt x="0" y="10366"/>
                    <a:pt x="3709" y="13344"/>
                    <a:pt x="8298" y="13344"/>
                  </a:cubicBezTo>
                  <a:cubicBezTo>
                    <a:pt x="9636" y="13344"/>
                    <a:pt x="10882" y="13101"/>
                    <a:pt x="11976" y="12645"/>
                  </a:cubicBezTo>
                  <a:cubicBezTo>
                    <a:pt x="12432" y="12493"/>
                    <a:pt x="12888" y="12432"/>
                    <a:pt x="13344" y="12554"/>
                  </a:cubicBezTo>
                  <a:lnTo>
                    <a:pt x="15988" y="13284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4" name="Google Shape;494;p46">
              <a:extLst>
                <a:ext uri="{FF2B5EF4-FFF2-40B4-BE49-F238E27FC236}">
                  <a16:creationId xmlns:a16="http://schemas.microsoft.com/office/drawing/2014/main" id="{3E7563B5-EBFB-DC65-5647-689BAE338560}"/>
                </a:ext>
              </a:extLst>
            </p:cNvPr>
            <p:cNvSpPr/>
            <p:nvPr/>
          </p:nvSpPr>
          <p:spPr>
            <a:xfrm>
              <a:off x="4817975" y="2224475"/>
              <a:ext cx="197600" cy="40300"/>
            </a:xfrm>
            <a:custGeom>
              <a:avLst/>
              <a:gdLst/>
              <a:ahLst/>
              <a:cxnLst/>
              <a:rect l="l" t="t" r="r" b="b"/>
              <a:pathLst>
                <a:path w="7904" h="1612" extrusionOk="0">
                  <a:moveTo>
                    <a:pt x="4773" y="791"/>
                  </a:moveTo>
                  <a:cubicBezTo>
                    <a:pt x="4773" y="1247"/>
                    <a:pt x="4408" y="1612"/>
                    <a:pt x="3952" y="1612"/>
                  </a:cubicBezTo>
                  <a:cubicBezTo>
                    <a:pt x="3496" y="1612"/>
                    <a:pt x="3132" y="1247"/>
                    <a:pt x="3132" y="791"/>
                  </a:cubicBezTo>
                  <a:cubicBezTo>
                    <a:pt x="3132" y="366"/>
                    <a:pt x="3496" y="1"/>
                    <a:pt x="3952" y="1"/>
                  </a:cubicBezTo>
                  <a:cubicBezTo>
                    <a:pt x="4408" y="1"/>
                    <a:pt x="4773" y="366"/>
                    <a:pt x="4773" y="791"/>
                  </a:cubicBezTo>
                  <a:close/>
                  <a:moveTo>
                    <a:pt x="7083" y="1"/>
                  </a:moveTo>
                  <a:cubicBezTo>
                    <a:pt x="6627" y="1"/>
                    <a:pt x="6262" y="366"/>
                    <a:pt x="6262" y="791"/>
                  </a:cubicBezTo>
                  <a:cubicBezTo>
                    <a:pt x="6262" y="1247"/>
                    <a:pt x="6627" y="1612"/>
                    <a:pt x="7083" y="1612"/>
                  </a:cubicBezTo>
                  <a:cubicBezTo>
                    <a:pt x="7539" y="1612"/>
                    <a:pt x="7904" y="1247"/>
                    <a:pt x="7904" y="791"/>
                  </a:cubicBezTo>
                  <a:cubicBezTo>
                    <a:pt x="7904" y="366"/>
                    <a:pt x="7539" y="1"/>
                    <a:pt x="7083" y="1"/>
                  </a:cubicBezTo>
                  <a:close/>
                  <a:moveTo>
                    <a:pt x="1" y="791"/>
                  </a:moveTo>
                  <a:cubicBezTo>
                    <a:pt x="1" y="1247"/>
                    <a:pt x="396" y="1612"/>
                    <a:pt x="822" y="1612"/>
                  </a:cubicBezTo>
                  <a:cubicBezTo>
                    <a:pt x="1278" y="1612"/>
                    <a:pt x="1642" y="1247"/>
                    <a:pt x="1642" y="791"/>
                  </a:cubicBezTo>
                  <a:cubicBezTo>
                    <a:pt x="1642" y="366"/>
                    <a:pt x="1278" y="1"/>
                    <a:pt x="822" y="1"/>
                  </a:cubicBezTo>
                  <a:cubicBezTo>
                    <a:pt x="396" y="1"/>
                    <a:pt x="1" y="366"/>
                    <a:pt x="1" y="7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5" name="Google Shape;495;p46">
              <a:extLst>
                <a:ext uri="{FF2B5EF4-FFF2-40B4-BE49-F238E27FC236}">
                  <a16:creationId xmlns:a16="http://schemas.microsoft.com/office/drawing/2014/main" id="{B765FD52-E765-EDCB-3A7F-F4EDF3D746C5}"/>
                </a:ext>
              </a:extLst>
            </p:cNvPr>
            <p:cNvSpPr/>
            <p:nvPr/>
          </p:nvSpPr>
          <p:spPr>
            <a:xfrm>
              <a:off x="5229075" y="3776175"/>
              <a:ext cx="256875" cy="256875"/>
            </a:xfrm>
            <a:custGeom>
              <a:avLst/>
              <a:gdLst/>
              <a:ahLst/>
              <a:cxnLst/>
              <a:rect l="l" t="t" r="r" b="b"/>
              <a:pathLst>
                <a:path w="10275" h="10275" extrusionOk="0">
                  <a:moveTo>
                    <a:pt x="10275" y="5138"/>
                  </a:moveTo>
                  <a:cubicBezTo>
                    <a:pt x="10275" y="7964"/>
                    <a:pt x="7995" y="10274"/>
                    <a:pt x="5138" y="10274"/>
                  </a:cubicBezTo>
                  <a:cubicBezTo>
                    <a:pt x="2311" y="10274"/>
                    <a:pt x="1" y="7964"/>
                    <a:pt x="1" y="5138"/>
                  </a:cubicBezTo>
                  <a:cubicBezTo>
                    <a:pt x="1" y="2311"/>
                    <a:pt x="2311" y="1"/>
                    <a:pt x="5138" y="1"/>
                  </a:cubicBezTo>
                  <a:cubicBezTo>
                    <a:pt x="7995" y="1"/>
                    <a:pt x="10275" y="2311"/>
                    <a:pt x="10275" y="51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6" name="Google Shape;496;p46">
              <a:extLst>
                <a:ext uri="{FF2B5EF4-FFF2-40B4-BE49-F238E27FC236}">
                  <a16:creationId xmlns:a16="http://schemas.microsoft.com/office/drawing/2014/main" id="{30DB3ABA-4C2F-D809-4E81-9CF1B108659F}"/>
                </a:ext>
              </a:extLst>
            </p:cNvPr>
            <p:cNvSpPr/>
            <p:nvPr/>
          </p:nvSpPr>
          <p:spPr>
            <a:xfrm>
              <a:off x="5307350" y="3836975"/>
              <a:ext cx="117050" cy="135275"/>
            </a:xfrm>
            <a:custGeom>
              <a:avLst/>
              <a:gdLst/>
              <a:ahLst/>
              <a:cxnLst/>
              <a:rect l="l" t="t" r="r" b="b"/>
              <a:pathLst>
                <a:path w="4682" h="5411" extrusionOk="0">
                  <a:moveTo>
                    <a:pt x="4682" y="2706"/>
                  </a:moveTo>
                  <a:lnTo>
                    <a:pt x="1" y="0"/>
                  </a:lnTo>
                  <a:lnTo>
                    <a:pt x="1" y="54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7" name="Google Shape;497;p46">
              <a:extLst>
                <a:ext uri="{FF2B5EF4-FFF2-40B4-BE49-F238E27FC236}">
                  <a16:creationId xmlns:a16="http://schemas.microsoft.com/office/drawing/2014/main" id="{681BB502-08DB-8E0C-1ABA-9CAB7B08A4F3}"/>
                </a:ext>
              </a:extLst>
            </p:cNvPr>
            <p:cNvSpPr/>
            <p:nvPr/>
          </p:nvSpPr>
          <p:spPr>
            <a:xfrm>
              <a:off x="4890925" y="3776175"/>
              <a:ext cx="256875" cy="256875"/>
            </a:xfrm>
            <a:custGeom>
              <a:avLst/>
              <a:gdLst/>
              <a:ahLst/>
              <a:cxnLst/>
              <a:rect l="l" t="t" r="r" b="b"/>
              <a:pathLst>
                <a:path w="10275" h="10275" extrusionOk="0">
                  <a:moveTo>
                    <a:pt x="10275" y="5138"/>
                  </a:moveTo>
                  <a:cubicBezTo>
                    <a:pt x="10275" y="7964"/>
                    <a:pt x="7965" y="10274"/>
                    <a:pt x="5138" y="10274"/>
                  </a:cubicBezTo>
                  <a:cubicBezTo>
                    <a:pt x="2281" y="10274"/>
                    <a:pt x="1" y="7964"/>
                    <a:pt x="1" y="5138"/>
                  </a:cubicBezTo>
                  <a:cubicBezTo>
                    <a:pt x="1" y="2311"/>
                    <a:pt x="2281" y="1"/>
                    <a:pt x="5138" y="1"/>
                  </a:cubicBezTo>
                  <a:cubicBezTo>
                    <a:pt x="7965" y="1"/>
                    <a:pt x="10275" y="2311"/>
                    <a:pt x="10275" y="51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8" name="Google Shape;498;p46">
              <a:extLst>
                <a:ext uri="{FF2B5EF4-FFF2-40B4-BE49-F238E27FC236}">
                  <a16:creationId xmlns:a16="http://schemas.microsoft.com/office/drawing/2014/main" id="{0DD34EE4-582D-7A7A-CC68-0FB0D0E2C061}"/>
                </a:ext>
              </a:extLst>
            </p:cNvPr>
            <p:cNvSpPr/>
            <p:nvPr/>
          </p:nvSpPr>
          <p:spPr>
            <a:xfrm>
              <a:off x="4952475" y="3836975"/>
              <a:ext cx="117050" cy="135275"/>
            </a:xfrm>
            <a:custGeom>
              <a:avLst/>
              <a:gdLst/>
              <a:ahLst/>
              <a:cxnLst/>
              <a:rect l="l" t="t" r="r" b="b"/>
              <a:pathLst>
                <a:path w="4682" h="5411" extrusionOk="0">
                  <a:moveTo>
                    <a:pt x="1" y="2706"/>
                  </a:moveTo>
                  <a:lnTo>
                    <a:pt x="4682" y="0"/>
                  </a:lnTo>
                  <a:lnTo>
                    <a:pt x="4682" y="54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9" name="Google Shape;499;p46">
              <a:extLst>
                <a:ext uri="{FF2B5EF4-FFF2-40B4-BE49-F238E27FC236}">
                  <a16:creationId xmlns:a16="http://schemas.microsoft.com/office/drawing/2014/main" id="{B7E49137-9847-16C3-6A01-7919D020902F}"/>
                </a:ext>
              </a:extLst>
            </p:cNvPr>
            <p:cNvSpPr/>
            <p:nvPr/>
          </p:nvSpPr>
          <p:spPr>
            <a:xfrm>
              <a:off x="3966900" y="2365825"/>
              <a:ext cx="253825" cy="253825"/>
            </a:xfrm>
            <a:custGeom>
              <a:avLst/>
              <a:gdLst/>
              <a:ahLst/>
              <a:cxnLst/>
              <a:rect l="l" t="t" r="r" b="b"/>
              <a:pathLst>
                <a:path w="10153" h="10153" extrusionOk="0">
                  <a:moveTo>
                    <a:pt x="1" y="1"/>
                  </a:moveTo>
                  <a:lnTo>
                    <a:pt x="10153" y="1"/>
                  </a:lnTo>
                  <a:lnTo>
                    <a:pt x="10153" y="10153"/>
                  </a:lnTo>
                  <a:lnTo>
                    <a:pt x="1" y="10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0" name="Google Shape;500;p46">
              <a:extLst>
                <a:ext uri="{FF2B5EF4-FFF2-40B4-BE49-F238E27FC236}">
                  <a16:creationId xmlns:a16="http://schemas.microsoft.com/office/drawing/2014/main" id="{534CF22A-6F74-6E0A-540D-EA63C7C0F7B6}"/>
                </a:ext>
              </a:extLst>
            </p:cNvPr>
            <p:cNvSpPr/>
            <p:nvPr/>
          </p:nvSpPr>
          <p:spPr>
            <a:xfrm>
              <a:off x="3999575" y="2395450"/>
              <a:ext cx="188475" cy="189250"/>
            </a:xfrm>
            <a:custGeom>
              <a:avLst/>
              <a:gdLst/>
              <a:ahLst/>
              <a:cxnLst/>
              <a:rect l="l" t="t" r="r" b="b"/>
              <a:pathLst>
                <a:path w="7539" h="7570" extrusionOk="0">
                  <a:moveTo>
                    <a:pt x="3770" y="1"/>
                  </a:moveTo>
                  <a:cubicBezTo>
                    <a:pt x="3679" y="1"/>
                    <a:pt x="3587" y="92"/>
                    <a:pt x="3587" y="183"/>
                  </a:cubicBezTo>
                  <a:lnTo>
                    <a:pt x="3587" y="1521"/>
                  </a:lnTo>
                  <a:cubicBezTo>
                    <a:pt x="3587" y="1612"/>
                    <a:pt x="3679" y="1703"/>
                    <a:pt x="3770" y="1703"/>
                  </a:cubicBezTo>
                  <a:cubicBezTo>
                    <a:pt x="3861" y="1703"/>
                    <a:pt x="3922" y="1612"/>
                    <a:pt x="3922" y="1521"/>
                  </a:cubicBezTo>
                  <a:lnTo>
                    <a:pt x="3922" y="183"/>
                  </a:lnTo>
                  <a:cubicBezTo>
                    <a:pt x="3922" y="92"/>
                    <a:pt x="3861" y="1"/>
                    <a:pt x="3770" y="1"/>
                  </a:cubicBezTo>
                  <a:close/>
                  <a:moveTo>
                    <a:pt x="1217" y="1057"/>
                  </a:moveTo>
                  <a:cubicBezTo>
                    <a:pt x="1171" y="1057"/>
                    <a:pt x="1125" y="1080"/>
                    <a:pt x="1095" y="1126"/>
                  </a:cubicBezTo>
                  <a:cubicBezTo>
                    <a:pt x="1034" y="1186"/>
                    <a:pt x="1034" y="1278"/>
                    <a:pt x="1095" y="1338"/>
                  </a:cubicBezTo>
                  <a:lnTo>
                    <a:pt x="2068" y="2311"/>
                  </a:lnTo>
                  <a:cubicBezTo>
                    <a:pt x="2098" y="2341"/>
                    <a:pt x="2128" y="2372"/>
                    <a:pt x="2189" y="2372"/>
                  </a:cubicBezTo>
                  <a:cubicBezTo>
                    <a:pt x="2220" y="2372"/>
                    <a:pt x="2250" y="2341"/>
                    <a:pt x="2280" y="2311"/>
                  </a:cubicBezTo>
                  <a:cubicBezTo>
                    <a:pt x="2372" y="2250"/>
                    <a:pt x="2372" y="2129"/>
                    <a:pt x="2280" y="2068"/>
                  </a:cubicBezTo>
                  <a:lnTo>
                    <a:pt x="1338" y="1126"/>
                  </a:lnTo>
                  <a:cubicBezTo>
                    <a:pt x="1308" y="1080"/>
                    <a:pt x="1262" y="1057"/>
                    <a:pt x="1217" y="1057"/>
                  </a:cubicBezTo>
                  <a:close/>
                  <a:moveTo>
                    <a:pt x="6323" y="1057"/>
                  </a:moveTo>
                  <a:cubicBezTo>
                    <a:pt x="6277" y="1057"/>
                    <a:pt x="6232" y="1080"/>
                    <a:pt x="6201" y="1126"/>
                  </a:cubicBezTo>
                  <a:lnTo>
                    <a:pt x="5229" y="2068"/>
                  </a:lnTo>
                  <a:cubicBezTo>
                    <a:pt x="5168" y="2129"/>
                    <a:pt x="5168" y="2250"/>
                    <a:pt x="5229" y="2311"/>
                  </a:cubicBezTo>
                  <a:cubicBezTo>
                    <a:pt x="5259" y="2341"/>
                    <a:pt x="5320" y="2372"/>
                    <a:pt x="5350" y="2372"/>
                  </a:cubicBezTo>
                  <a:cubicBezTo>
                    <a:pt x="5411" y="2372"/>
                    <a:pt x="5442" y="2341"/>
                    <a:pt x="5472" y="2311"/>
                  </a:cubicBezTo>
                  <a:lnTo>
                    <a:pt x="6445" y="1338"/>
                  </a:lnTo>
                  <a:cubicBezTo>
                    <a:pt x="6505" y="1278"/>
                    <a:pt x="6505" y="1186"/>
                    <a:pt x="6445" y="1126"/>
                  </a:cubicBezTo>
                  <a:cubicBezTo>
                    <a:pt x="6414" y="1080"/>
                    <a:pt x="6369" y="1057"/>
                    <a:pt x="6323" y="1057"/>
                  </a:cubicBezTo>
                  <a:close/>
                  <a:moveTo>
                    <a:pt x="153" y="3618"/>
                  </a:moveTo>
                  <a:cubicBezTo>
                    <a:pt x="62" y="3618"/>
                    <a:pt x="1" y="3679"/>
                    <a:pt x="1" y="3770"/>
                  </a:cubicBezTo>
                  <a:cubicBezTo>
                    <a:pt x="1" y="3861"/>
                    <a:pt x="62" y="3952"/>
                    <a:pt x="153" y="3952"/>
                  </a:cubicBezTo>
                  <a:lnTo>
                    <a:pt x="1521" y="3952"/>
                  </a:lnTo>
                  <a:cubicBezTo>
                    <a:pt x="1612" y="3952"/>
                    <a:pt x="1672" y="3861"/>
                    <a:pt x="1672" y="3770"/>
                  </a:cubicBezTo>
                  <a:cubicBezTo>
                    <a:pt x="1672" y="3679"/>
                    <a:pt x="1612" y="3618"/>
                    <a:pt x="1521" y="3618"/>
                  </a:cubicBezTo>
                  <a:close/>
                  <a:moveTo>
                    <a:pt x="6019" y="3618"/>
                  </a:moveTo>
                  <a:cubicBezTo>
                    <a:pt x="5928" y="3618"/>
                    <a:pt x="5837" y="3679"/>
                    <a:pt x="5837" y="3770"/>
                  </a:cubicBezTo>
                  <a:cubicBezTo>
                    <a:pt x="5837" y="3861"/>
                    <a:pt x="5928" y="3952"/>
                    <a:pt x="6019" y="3952"/>
                  </a:cubicBezTo>
                  <a:lnTo>
                    <a:pt x="7387" y="3952"/>
                  </a:lnTo>
                  <a:cubicBezTo>
                    <a:pt x="7478" y="3952"/>
                    <a:pt x="7539" y="3861"/>
                    <a:pt x="7539" y="3770"/>
                  </a:cubicBezTo>
                  <a:cubicBezTo>
                    <a:pt x="7539" y="3679"/>
                    <a:pt x="7478" y="3618"/>
                    <a:pt x="7387" y="3618"/>
                  </a:cubicBezTo>
                  <a:close/>
                  <a:moveTo>
                    <a:pt x="3770" y="2189"/>
                  </a:moveTo>
                  <a:cubicBezTo>
                    <a:pt x="2888" y="2189"/>
                    <a:pt x="2189" y="2889"/>
                    <a:pt x="2189" y="3770"/>
                  </a:cubicBezTo>
                  <a:cubicBezTo>
                    <a:pt x="2189" y="4652"/>
                    <a:pt x="2888" y="5381"/>
                    <a:pt x="3770" y="5381"/>
                  </a:cubicBezTo>
                  <a:cubicBezTo>
                    <a:pt x="4651" y="5381"/>
                    <a:pt x="5350" y="4652"/>
                    <a:pt x="5350" y="3770"/>
                  </a:cubicBezTo>
                  <a:cubicBezTo>
                    <a:pt x="5350" y="2889"/>
                    <a:pt x="4651" y="2189"/>
                    <a:pt x="3770" y="2189"/>
                  </a:cubicBezTo>
                  <a:close/>
                  <a:moveTo>
                    <a:pt x="2174" y="5214"/>
                  </a:moveTo>
                  <a:cubicBezTo>
                    <a:pt x="2136" y="5214"/>
                    <a:pt x="2098" y="5229"/>
                    <a:pt x="2068" y="5259"/>
                  </a:cubicBezTo>
                  <a:lnTo>
                    <a:pt x="1095" y="6202"/>
                  </a:lnTo>
                  <a:cubicBezTo>
                    <a:pt x="1034" y="6293"/>
                    <a:pt x="1034" y="6384"/>
                    <a:pt x="1095" y="6445"/>
                  </a:cubicBezTo>
                  <a:cubicBezTo>
                    <a:pt x="1125" y="6475"/>
                    <a:pt x="1186" y="6506"/>
                    <a:pt x="1217" y="6506"/>
                  </a:cubicBezTo>
                  <a:cubicBezTo>
                    <a:pt x="1247" y="6506"/>
                    <a:pt x="1308" y="6475"/>
                    <a:pt x="1338" y="6445"/>
                  </a:cubicBezTo>
                  <a:lnTo>
                    <a:pt x="2280" y="5503"/>
                  </a:lnTo>
                  <a:cubicBezTo>
                    <a:pt x="2372" y="5411"/>
                    <a:pt x="2372" y="5320"/>
                    <a:pt x="2280" y="5259"/>
                  </a:cubicBezTo>
                  <a:cubicBezTo>
                    <a:pt x="2250" y="5229"/>
                    <a:pt x="2212" y="5214"/>
                    <a:pt x="2174" y="5214"/>
                  </a:cubicBezTo>
                  <a:close/>
                  <a:moveTo>
                    <a:pt x="5350" y="5214"/>
                  </a:moveTo>
                  <a:cubicBezTo>
                    <a:pt x="5305" y="5214"/>
                    <a:pt x="5259" y="5229"/>
                    <a:pt x="5229" y="5259"/>
                  </a:cubicBezTo>
                  <a:cubicBezTo>
                    <a:pt x="5168" y="5320"/>
                    <a:pt x="5168" y="5411"/>
                    <a:pt x="5229" y="5503"/>
                  </a:cubicBezTo>
                  <a:lnTo>
                    <a:pt x="6201" y="6445"/>
                  </a:lnTo>
                  <a:cubicBezTo>
                    <a:pt x="6232" y="6475"/>
                    <a:pt x="6262" y="6506"/>
                    <a:pt x="6323" y="6506"/>
                  </a:cubicBezTo>
                  <a:cubicBezTo>
                    <a:pt x="6353" y="6506"/>
                    <a:pt x="6414" y="6475"/>
                    <a:pt x="6445" y="6445"/>
                  </a:cubicBezTo>
                  <a:cubicBezTo>
                    <a:pt x="6505" y="6384"/>
                    <a:pt x="6505" y="6293"/>
                    <a:pt x="6445" y="6202"/>
                  </a:cubicBezTo>
                  <a:lnTo>
                    <a:pt x="5472" y="5259"/>
                  </a:lnTo>
                  <a:cubicBezTo>
                    <a:pt x="5442" y="5229"/>
                    <a:pt x="5396" y="5214"/>
                    <a:pt x="5350" y="5214"/>
                  </a:cubicBezTo>
                  <a:close/>
                  <a:moveTo>
                    <a:pt x="3770" y="5867"/>
                  </a:moveTo>
                  <a:cubicBezTo>
                    <a:pt x="3679" y="5867"/>
                    <a:pt x="3587" y="5928"/>
                    <a:pt x="3587" y="6019"/>
                  </a:cubicBezTo>
                  <a:lnTo>
                    <a:pt x="3587" y="7387"/>
                  </a:lnTo>
                  <a:cubicBezTo>
                    <a:pt x="3587" y="7478"/>
                    <a:pt x="3679" y="7569"/>
                    <a:pt x="3770" y="7569"/>
                  </a:cubicBezTo>
                  <a:cubicBezTo>
                    <a:pt x="3861" y="7569"/>
                    <a:pt x="3922" y="7478"/>
                    <a:pt x="3922" y="7387"/>
                  </a:cubicBezTo>
                  <a:lnTo>
                    <a:pt x="3922" y="6019"/>
                  </a:lnTo>
                  <a:cubicBezTo>
                    <a:pt x="3922" y="5928"/>
                    <a:pt x="3861" y="5867"/>
                    <a:pt x="3770" y="58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1" name="Google Shape;501;p46">
              <a:extLst>
                <a:ext uri="{FF2B5EF4-FFF2-40B4-BE49-F238E27FC236}">
                  <a16:creationId xmlns:a16="http://schemas.microsoft.com/office/drawing/2014/main" id="{31B16B40-B72C-C7B8-942C-59BC7E279DD4}"/>
                </a:ext>
              </a:extLst>
            </p:cNvPr>
            <p:cNvSpPr/>
            <p:nvPr/>
          </p:nvSpPr>
          <p:spPr>
            <a:xfrm>
              <a:off x="3966900" y="2665975"/>
              <a:ext cx="253825" cy="253825"/>
            </a:xfrm>
            <a:custGeom>
              <a:avLst/>
              <a:gdLst/>
              <a:ahLst/>
              <a:cxnLst/>
              <a:rect l="l" t="t" r="r" b="b"/>
              <a:pathLst>
                <a:path w="10153" h="10153" extrusionOk="0">
                  <a:moveTo>
                    <a:pt x="1" y="1"/>
                  </a:moveTo>
                  <a:lnTo>
                    <a:pt x="10153" y="1"/>
                  </a:lnTo>
                  <a:lnTo>
                    <a:pt x="10153" y="10153"/>
                  </a:lnTo>
                  <a:lnTo>
                    <a:pt x="1" y="1015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2" name="Google Shape;502;p46">
              <a:extLst>
                <a:ext uri="{FF2B5EF4-FFF2-40B4-BE49-F238E27FC236}">
                  <a16:creationId xmlns:a16="http://schemas.microsoft.com/office/drawing/2014/main" id="{2D426820-0C4D-7BA7-E09E-9574E9CC7663}"/>
                </a:ext>
              </a:extLst>
            </p:cNvPr>
            <p:cNvSpPr/>
            <p:nvPr/>
          </p:nvSpPr>
          <p:spPr>
            <a:xfrm>
              <a:off x="4015550" y="2719675"/>
              <a:ext cx="138325" cy="140400"/>
            </a:xfrm>
            <a:custGeom>
              <a:avLst/>
              <a:gdLst/>
              <a:ahLst/>
              <a:cxnLst/>
              <a:rect l="l" t="t" r="r" b="b"/>
              <a:pathLst>
                <a:path w="5533" h="5616" extrusionOk="0">
                  <a:moveTo>
                    <a:pt x="3246" y="0"/>
                  </a:moveTo>
                  <a:cubicBezTo>
                    <a:pt x="2863" y="0"/>
                    <a:pt x="2480" y="75"/>
                    <a:pt x="2097" y="224"/>
                  </a:cubicBezTo>
                  <a:cubicBezTo>
                    <a:pt x="669" y="832"/>
                    <a:pt x="0" y="2473"/>
                    <a:pt x="608" y="3902"/>
                  </a:cubicBezTo>
                  <a:cubicBezTo>
                    <a:pt x="1063" y="4972"/>
                    <a:pt x="2099" y="5616"/>
                    <a:pt x="3190" y="5616"/>
                  </a:cubicBezTo>
                  <a:cubicBezTo>
                    <a:pt x="3556" y="5616"/>
                    <a:pt x="3928" y="5543"/>
                    <a:pt x="4286" y="5391"/>
                  </a:cubicBezTo>
                  <a:cubicBezTo>
                    <a:pt x="4803" y="5178"/>
                    <a:pt x="5259" y="4813"/>
                    <a:pt x="5532" y="4357"/>
                  </a:cubicBezTo>
                  <a:lnTo>
                    <a:pt x="5532" y="4357"/>
                  </a:lnTo>
                  <a:cubicBezTo>
                    <a:pt x="5245" y="4475"/>
                    <a:pt x="4950" y="4531"/>
                    <a:pt x="4659" y="4531"/>
                  </a:cubicBezTo>
                  <a:cubicBezTo>
                    <a:pt x="3749" y="4531"/>
                    <a:pt x="2892" y="3987"/>
                    <a:pt x="2523" y="3111"/>
                  </a:cubicBezTo>
                  <a:cubicBezTo>
                    <a:pt x="2006" y="1926"/>
                    <a:pt x="2553" y="558"/>
                    <a:pt x="3739" y="41"/>
                  </a:cubicBezTo>
                  <a:cubicBezTo>
                    <a:pt x="3575" y="14"/>
                    <a:pt x="3410" y="0"/>
                    <a:pt x="3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3" name="Google Shape;503;p46">
              <a:extLst>
                <a:ext uri="{FF2B5EF4-FFF2-40B4-BE49-F238E27FC236}">
                  <a16:creationId xmlns:a16="http://schemas.microsoft.com/office/drawing/2014/main" id="{5FD49C87-ED67-3184-2FAD-90B8DCF32A28}"/>
                </a:ext>
              </a:extLst>
            </p:cNvPr>
            <p:cNvSpPr/>
            <p:nvPr/>
          </p:nvSpPr>
          <p:spPr>
            <a:xfrm>
              <a:off x="6152350" y="3180425"/>
              <a:ext cx="257625" cy="257625"/>
            </a:xfrm>
            <a:custGeom>
              <a:avLst/>
              <a:gdLst/>
              <a:ahLst/>
              <a:cxnLst/>
              <a:rect l="l" t="t" r="r" b="b"/>
              <a:pathLst>
                <a:path w="10305" h="10305" extrusionOk="0">
                  <a:moveTo>
                    <a:pt x="10305" y="5168"/>
                  </a:moveTo>
                  <a:cubicBezTo>
                    <a:pt x="10305" y="7995"/>
                    <a:pt x="7995" y="10305"/>
                    <a:pt x="5138" y="10305"/>
                  </a:cubicBezTo>
                  <a:cubicBezTo>
                    <a:pt x="2311" y="10305"/>
                    <a:pt x="1" y="7995"/>
                    <a:pt x="1" y="5168"/>
                  </a:cubicBezTo>
                  <a:cubicBezTo>
                    <a:pt x="1" y="2311"/>
                    <a:pt x="2311" y="1"/>
                    <a:pt x="5138" y="1"/>
                  </a:cubicBezTo>
                  <a:cubicBezTo>
                    <a:pt x="7995" y="1"/>
                    <a:pt x="10305" y="2311"/>
                    <a:pt x="10305" y="5168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4" name="Google Shape;504;p46">
              <a:extLst>
                <a:ext uri="{FF2B5EF4-FFF2-40B4-BE49-F238E27FC236}">
                  <a16:creationId xmlns:a16="http://schemas.microsoft.com/office/drawing/2014/main" id="{A59AE3EE-1A19-2F6B-AD5E-93BB2A08D946}"/>
                </a:ext>
              </a:extLst>
            </p:cNvPr>
            <p:cNvSpPr/>
            <p:nvPr/>
          </p:nvSpPr>
          <p:spPr>
            <a:xfrm>
              <a:off x="6232900" y="3091525"/>
              <a:ext cx="287275" cy="286500"/>
            </a:xfrm>
            <a:custGeom>
              <a:avLst/>
              <a:gdLst/>
              <a:ahLst/>
              <a:cxnLst/>
              <a:rect l="l" t="t" r="r" b="b"/>
              <a:pathLst>
                <a:path w="11491" h="11460" extrusionOk="0">
                  <a:moveTo>
                    <a:pt x="10852" y="547"/>
                  </a:moveTo>
                  <a:cubicBezTo>
                    <a:pt x="11490" y="1490"/>
                    <a:pt x="11156" y="0"/>
                    <a:pt x="7296" y="4924"/>
                  </a:cubicBezTo>
                  <a:cubicBezTo>
                    <a:pt x="4165" y="8937"/>
                    <a:pt x="4742" y="9514"/>
                    <a:pt x="3527" y="10365"/>
                  </a:cubicBezTo>
                  <a:cubicBezTo>
                    <a:pt x="2189" y="11277"/>
                    <a:pt x="2706" y="11459"/>
                    <a:pt x="2068" y="9879"/>
                  </a:cubicBezTo>
                  <a:cubicBezTo>
                    <a:pt x="1581" y="8754"/>
                    <a:pt x="1034" y="7326"/>
                    <a:pt x="1" y="6991"/>
                  </a:cubicBezTo>
                  <a:cubicBezTo>
                    <a:pt x="1733" y="5168"/>
                    <a:pt x="2311" y="6292"/>
                    <a:pt x="3223" y="8298"/>
                  </a:cubicBezTo>
                  <a:cubicBezTo>
                    <a:pt x="4955" y="5380"/>
                    <a:pt x="8025" y="2158"/>
                    <a:pt x="10852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5" name="Google Shape;505;p46">
              <a:extLst>
                <a:ext uri="{FF2B5EF4-FFF2-40B4-BE49-F238E27FC236}">
                  <a16:creationId xmlns:a16="http://schemas.microsoft.com/office/drawing/2014/main" id="{AE00652B-5251-C441-AF12-592FA780C52C}"/>
                </a:ext>
              </a:extLst>
            </p:cNvPr>
            <p:cNvSpPr/>
            <p:nvPr/>
          </p:nvSpPr>
          <p:spPr>
            <a:xfrm>
              <a:off x="6045200" y="3727550"/>
              <a:ext cx="373150" cy="372375"/>
            </a:xfrm>
            <a:custGeom>
              <a:avLst/>
              <a:gdLst/>
              <a:ahLst/>
              <a:cxnLst/>
              <a:rect l="l" t="t" r="r" b="b"/>
              <a:pathLst>
                <a:path w="14926" h="14895" extrusionOk="0">
                  <a:moveTo>
                    <a:pt x="13436" y="13405"/>
                  </a:moveTo>
                  <a:lnTo>
                    <a:pt x="13436" y="13405"/>
                  </a:lnTo>
                  <a:cubicBezTo>
                    <a:pt x="11916" y="14894"/>
                    <a:pt x="9484" y="14894"/>
                    <a:pt x="7995" y="13405"/>
                  </a:cubicBezTo>
                  <a:lnTo>
                    <a:pt x="1" y="5411"/>
                  </a:lnTo>
                  <a:lnTo>
                    <a:pt x="5442" y="0"/>
                  </a:lnTo>
                  <a:lnTo>
                    <a:pt x="13436" y="7994"/>
                  </a:lnTo>
                  <a:cubicBezTo>
                    <a:pt x="14925" y="9484"/>
                    <a:pt x="14925" y="11916"/>
                    <a:pt x="13436" y="1340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6" name="Google Shape;506;p46">
              <a:extLst>
                <a:ext uri="{FF2B5EF4-FFF2-40B4-BE49-F238E27FC236}">
                  <a16:creationId xmlns:a16="http://schemas.microsoft.com/office/drawing/2014/main" id="{7B6B231F-73B1-386C-6766-9E303186A744}"/>
                </a:ext>
              </a:extLst>
            </p:cNvPr>
            <p:cNvSpPr/>
            <p:nvPr/>
          </p:nvSpPr>
          <p:spPr>
            <a:xfrm>
              <a:off x="6026975" y="3708550"/>
              <a:ext cx="237875" cy="237875"/>
            </a:xfrm>
            <a:custGeom>
              <a:avLst/>
              <a:gdLst/>
              <a:ahLst/>
              <a:cxnLst/>
              <a:rect l="l" t="t" r="r" b="b"/>
              <a:pathLst>
                <a:path w="9515" h="9515" extrusionOk="0">
                  <a:moveTo>
                    <a:pt x="9514" y="4104"/>
                  </a:moveTo>
                  <a:lnTo>
                    <a:pt x="4073" y="9514"/>
                  </a:lnTo>
                  <a:lnTo>
                    <a:pt x="0" y="5441"/>
                  </a:lnTo>
                  <a:lnTo>
                    <a:pt x="541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7" name="Google Shape;507;p46">
              <a:extLst>
                <a:ext uri="{FF2B5EF4-FFF2-40B4-BE49-F238E27FC236}">
                  <a16:creationId xmlns:a16="http://schemas.microsoft.com/office/drawing/2014/main" id="{B1294C15-AE23-F28E-52A2-D5E44562274D}"/>
                </a:ext>
              </a:extLst>
            </p:cNvPr>
            <p:cNvSpPr/>
            <p:nvPr/>
          </p:nvSpPr>
          <p:spPr>
            <a:xfrm>
              <a:off x="5639425" y="3434900"/>
              <a:ext cx="304750" cy="341300"/>
            </a:xfrm>
            <a:custGeom>
              <a:avLst/>
              <a:gdLst/>
              <a:ahLst/>
              <a:cxnLst/>
              <a:rect l="l" t="t" r="r" b="b"/>
              <a:pathLst>
                <a:path w="12190" h="13652" extrusionOk="0">
                  <a:moveTo>
                    <a:pt x="1407" y="0"/>
                  </a:moveTo>
                  <a:cubicBezTo>
                    <a:pt x="1162" y="0"/>
                    <a:pt x="930" y="130"/>
                    <a:pt x="821" y="369"/>
                  </a:cubicBezTo>
                  <a:cubicBezTo>
                    <a:pt x="365" y="1342"/>
                    <a:pt x="92" y="2436"/>
                    <a:pt x="31" y="3530"/>
                  </a:cubicBezTo>
                  <a:cubicBezTo>
                    <a:pt x="1" y="3925"/>
                    <a:pt x="274" y="4229"/>
                    <a:pt x="669" y="4229"/>
                  </a:cubicBezTo>
                  <a:lnTo>
                    <a:pt x="2645" y="4229"/>
                  </a:lnTo>
                  <a:cubicBezTo>
                    <a:pt x="2979" y="4229"/>
                    <a:pt x="3253" y="3956"/>
                    <a:pt x="3253" y="3621"/>
                  </a:cubicBezTo>
                  <a:cubicBezTo>
                    <a:pt x="3314" y="2983"/>
                    <a:pt x="3435" y="2345"/>
                    <a:pt x="3648" y="1737"/>
                  </a:cubicBezTo>
                  <a:cubicBezTo>
                    <a:pt x="3739" y="1433"/>
                    <a:pt x="3618" y="1098"/>
                    <a:pt x="3344" y="977"/>
                  </a:cubicBezTo>
                  <a:lnTo>
                    <a:pt x="1703" y="65"/>
                  </a:lnTo>
                  <a:cubicBezTo>
                    <a:pt x="1607" y="21"/>
                    <a:pt x="1506" y="0"/>
                    <a:pt x="1407" y="0"/>
                  </a:cubicBezTo>
                  <a:close/>
                  <a:moveTo>
                    <a:pt x="2924" y="5910"/>
                  </a:moveTo>
                  <a:cubicBezTo>
                    <a:pt x="2872" y="5910"/>
                    <a:pt x="2819" y="5917"/>
                    <a:pt x="2767" y="5931"/>
                  </a:cubicBezTo>
                  <a:lnTo>
                    <a:pt x="943" y="6418"/>
                  </a:lnTo>
                  <a:cubicBezTo>
                    <a:pt x="578" y="6509"/>
                    <a:pt x="365" y="6874"/>
                    <a:pt x="487" y="7238"/>
                  </a:cubicBezTo>
                  <a:cubicBezTo>
                    <a:pt x="1733" y="10947"/>
                    <a:pt x="5259" y="13652"/>
                    <a:pt x="9423" y="13652"/>
                  </a:cubicBezTo>
                  <a:cubicBezTo>
                    <a:pt x="10092" y="13652"/>
                    <a:pt x="10761" y="13561"/>
                    <a:pt x="11399" y="13439"/>
                  </a:cubicBezTo>
                  <a:cubicBezTo>
                    <a:pt x="12189" y="13257"/>
                    <a:pt x="12037" y="12162"/>
                    <a:pt x="11277" y="12162"/>
                  </a:cubicBezTo>
                  <a:lnTo>
                    <a:pt x="11186" y="12162"/>
                  </a:lnTo>
                  <a:cubicBezTo>
                    <a:pt x="7539" y="12162"/>
                    <a:pt x="4499" y="9731"/>
                    <a:pt x="3557" y="6387"/>
                  </a:cubicBezTo>
                  <a:cubicBezTo>
                    <a:pt x="3455" y="6106"/>
                    <a:pt x="3201" y="5910"/>
                    <a:pt x="2924" y="59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8" name="Google Shape;508;p46">
              <a:extLst>
                <a:ext uri="{FF2B5EF4-FFF2-40B4-BE49-F238E27FC236}">
                  <a16:creationId xmlns:a16="http://schemas.microsoft.com/office/drawing/2014/main" id="{3F3182A6-4380-5A17-4681-25ED4B172152}"/>
                </a:ext>
              </a:extLst>
            </p:cNvPr>
            <p:cNvSpPr/>
            <p:nvPr/>
          </p:nvSpPr>
          <p:spPr>
            <a:xfrm>
              <a:off x="5506450" y="3172075"/>
              <a:ext cx="737125" cy="737875"/>
            </a:xfrm>
            <a:custGeom>
              <a:avLst/>
              <a:gdLst/>
              <a:ahLst/>
              <a:cxnLst/>
              <a:rect l="l" t="t" r="r" b="b"/>
              <a:pathLst>
                <a:path w="29485" h="29515" extrusionOk="0">
                  <a:moveTo>
                    <a:pt x="14742" y="0"/>
                  </a:moveTo>
                  <a:cubicBezTo>
                    <a:pt x="6596" y="0"/>
                    <a:pt x="0" y="6627"/>
                    <a:pt x="0" y="14742"/>
                  </a:cubicBezTo>
                  <a:cubicBezTo>
                    <a:pt x="0" y="22888"/>
                    <a:pt x="6596" y="29514"/>
                    <a:pt x="14742" y="29514"/>
                  </a:cubicBezTo>
                  <a:cubicBezTo>
                    <a:pt x="22888" y="29514"/>
                    <a:pt x="29484" y="22888"/>
                    <a:pt x="29484" y="14742"/>
                  </a:cubicBezTo>
                  <a:cubicBezTo>
                    <a:pt x="29484" y="6627"/>
                    <a:pt x="22888" y="0"/>
                    <a:pt x="14742" y="0"/>
                  </a:cubicBezTo>
                  <a:close/>
                  <a:moveTo>
                    <a:pt x="14742" y="26201"/>
                  </a:moveTo>
                  <a:cubicBezTo>
                    <a:pt x="8420" y="26201"/>
                    <a:pt x="3283" y="21064"/>
                    <a:pt x="3283" y="14742"/>
                  </a:cubicBezTo>
                  <a:cubicBezTo>
                    <a:pt x="3283" y="8450"/>
                    <a:pt x="8420" y="3313"/>
                    <a:pt x="14742" y="3313"/>
                  </a:cubicBezTo>
                  <a:cubicBezTo>
                    <a:pt x="21065" y="3313"/>
                    <a:pt x="26171" y="8450"/>
                    <a:pt x="26171" y="14742"/>
                  </a:cubicBezTo>
                  <a:cubicBezTo>
                    <a:pt x="26171" y="21064"/>
                    <a:pt x="21065" y="26201"/>
                    <a:pt x="14742" y="2620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9" name="Google Shape;509;p46">
              <a:extLst>
                <a:ext uri="{FF2B5EF4-FFF2-40B4-BE49-F238E27FC236}">
                  <a16:creationId xmlns:a16="http://schemas.microsoft.com/office/drawing/2014/main" id="{AE255BB1-F38C-C38C-3267-73A30BA621E8}"/>
                </a:ext>
              </a:extLst>
            </p:cNvPr>
            <p:cNvSpPr/>
            <p:nvPr/>
          </p:nvSpPr>
          <p:spPr>
            <a:xfrm>
              <a:off x="5561150" y="3227550"/>
              <a:ext cx="626950" cy="626925"/>
            </a:xfrm>
            <a:custGeom>
              <a:avLst/>
              <a:gdLst/>
              <a:ahLst/>
              <a:cxnLst/>
              <a:rect l="l" t="t" r="r" b="b"/>
              <a:pathLst>
                <a:path w="25078" h="25077" extrusionOk="0">
                  <a:moveTo>
                    <a:pt x="12554" y="25077"/>
                  </a:moveTo>
                  <a:cubicBezTo>
                    <a:pt x="19485" y="25077"/>
                    <a:pt x="25077" y="19453"/>
                    <a:pt x="25077" y="12523"/>
                  </a:cubicBezTo>
                  <a:cubicBezTo>
                    <a:pt x="25077" y="5623"/>
                    <a:pt x="19485" y="0"/>
                    <a:pt x="12554" y="0"/>
                  </a:cubicBezTo>
                  <a:cubicBezTo>
                    <a:pt x="5624" y="0"/>
                    <a:pt x="1" y="5623"/>
                    <a:pt x="1" y="12523"/>
                  </a:cubicBezTo>
                  <a:cubicBezTo>
                    <a:pt x="1" y="19453"/>
                    <a:pt x="5624" y="25077"/>
                    <a:pt x="12554" y="25077"/>
                  </a:cubicBezTo>
                  <a:close/>
                  <a:moveTo>
                    <a:pt x="12554" y="1094"/>
                  </a:moveTo>
                  <a:cubicBezTo>
                    <a:pt x="18877" y="1094"/>
                    <a:pt x="23983" y="6231"/>
                    <a:pt x="23983" y="12523"/>
                  </a:cubicBezTo>
                  <a:cubicBezTo>
                    <a:pt x="23983" y="18845"/>
                    <a:pt x="18877" y="23982"/>
                    <a:pt x="12554" y="23982"/>
                  </a:cubicBezTo>
                  <a:cubicBezTo>
                    <a:pt x="6232" y="23982"/>
                    <a:pt x="1095" y="18845"/>
                    <a:pt x="1095" y="12523"/>
                  </a:cubicBezTo>
                  <a:cubicBezTo>
                    <a:pt x="1095" y="6231"/>
                    <a:pt x="6232" y="1094"/>
                    <a:pt x="12554" y="109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0" name="Google Shape;510;p46">
              <a:extLst>
                <a:ext uri="{FF2B5EF4-FFF2-40B4-BE49-F238E27FC236}">
                  <a16:creationId xmlns:a16="http://schemas.microsoft.com/office/drawing/2014/main" id="{1007C80D-AC03-3AFB-449A-46A7B7EAB0C7}"/>
                </a:ext>
              </a:extLst>
            </p:cNvPr>
            <p:cNvSpPr/>
            <p:nvPr/>
          </p:nvSpPr>
          <p:spPr>
            <a:xfrm>
              <a:off x="3766300" y="3283775"/>
              <a:ext cx="401250" cy="401250"/>
            </a:xfrm>
            <a:custGeom>
              <a:avLst/>
              <a:gdLst/>
              <a:ahLst/>
              <a:cxnLst/>
              <a:rect l="l" t="t" r="r" b="b"/>
              <a:pathLst>
                <a:path w="16050" h="16050" extrusionOk="0">
                  <a:moveTo>
                    <a:pt x="16049" y="8025"/>
                  </a:moveTo>
                  <a:cubicBezTo>
                    <a:pt x="16049" y="12463"/>
                    <a:pt x="12462" y="16049"/>
                    <a:pt x="8025" y="16049"/>
                  </a:cubicBezTo>
                  <a:cubicBezTo>
                    <a:pt x="3587" y="16049"/>
                    <a:pt x="0" y="12463"/>
                    <a:pt x="0" y="8025"/>
                  </a:cubicBezTo>
                  <a:cubicBezTo>
                    <a:pt x="0" y="3587"/>
                    <a:pt x="3587" y="0"/>
                    <a:pt x="8025" y="0"/>
                  </a:cubicBezTo>
                  <a:cubicBezTo>
                    <a:pt x="12462" y="0"/>
                    <a:pt x="16049" y="3587"/>
                    <a:pt x="16049" y="8025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1" name="Google Shape;511;p46">
              <a:extLst>
                <a:ext uri="{FF2B5EF4-FFF2-40B4-BE49-F238E27FC236}">
                  <a16:creationId xmlns:a16="http://schemas.microsoft.com/office/drawing/2014/main" id="{A01BE30E-FC57-84DD-21C7-DBFCB3E23D4A}"/>
                </a:ext>
              </a:extLst>
            </p:cNvPr>
            <p:cNvSpPr/>
            <p:nvPr/>
          </p:nvSpPr>
          <p:spPr>
            <a:xfrm>
              <a:off x="3825575" y="3350650"/>
              <a:ext cx="282700" cy="301700"/>
            </a:xfrm>
            <a:custGeom>
              <a:avLst/>
              <a:gdLst/>
              <a:ahLst/>
              <a:cxnLst/>
              <a:rect l="l" t="t" r="r" b="b"/>
              <a:pathLst>
                <a:path w="11308" h="12068" extrusionOk="0">
                  <a:moveTo>
                    <a:pt x="8511" y="2888"/>
                  </a:moveTo>
                  <a:cubicBezTo>
                    <a:pt x="8511" y="4468"/>
                    <a:pt x="7234" y="5745"/>
                    <a:pt x="5654" y="5745"/>
                  </a:cubicBezTo>
                  <a:cubicBezTo>
                    <a:pt x="4073" y="5745"/>
                    <a:pt x="2766" y="4468"/>
                    <a:pt x="2766" y="2888"/>
                  </a:cubicBezTo>
                  <a:cubicBezTo>
                    <a:pt x="2766" y="1307"/>
                    <a:pt x="4073" y="0"/>
                    <a:pt x="5654" y="0"/>
                  </a:cubicBezTo>
                  <a:cubicBezTo>
                    <a:pt x="7234" y="0"/>
                    <a:pt x="8511" y="1307"/>
                    <a:pt x="8511" y="2888"/>
                  </a:cubicBezTo>
                  <a:close/>
                  <a:moveTo>
                    <a:pt x="5654" y="6110"/>
                  </a:moveTo>
                  <a:cubicBezTo>
                    <a:pt x="3100" y="6110"/>
                    <a:pt x="912" y="7295"/>
                    <a:pt x="0" y="8967"/>
                  </a:cubicBezTo>
                  <a:cubicBezTo>
                    <a:pt x="1186" y="10821"/>
                    <a:pt x="3283" y="12067"/>
                    <a:pt x="5654" y="12067"/>
                  </a:cubicBezTo>
                  <a:cubicBezTo>
                    <a:pt x="8025" y="12067"/>
                    <a:pt x="10122" y="10821"/>
                    <a:pt x="11307" y="8967"/>
                  </a:cubicBezTo>
                  <a:cubicBezTo>
                    <a:pt x="10395" y="7295"/>
                    <a:pt x="8207" y="6110"/>
                    <a:pt x="5654" y="611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2" name="Google Shape;512;p46">
              <a:extLst>
                <a:ext uri="{FF2B5EF4-FFF2-40B4-BE49-F238E27FC236}">
                  <a16:creationId xmlns:a16="http://schemas.microsoft.com/office/drawing/2014/main" id="{FF210175-9986-8BBE-C04B-3F29251F1840}"/>
                </a:ext>
              </a:extLst>
            </p:cNvPr>
            <p:cNvSpPr/>
            <p:nvPr/>
          </p:nvSpPr>
          <p:spPr>
            <a:xfrm>
              <a:off x="3925875" y="2916750"/>
              <a:ext cx="82100" cy="396675"/>
            </a:xfrm>
            <a:custGeom>
              <a:avLst/>
              <a:gdLst/>
              <a:ahLst/>
              <a:cxnLst/>
              <a:rect l="l" t="t" r="r" b="b"/>
              <a:pathLst>
                <a:path w="3284" h="15867" extrusionOk="0">
                  <a:moveTo>
                    <a:pt x="0" y="13040"/>
                  </a:moveTo>
                  <a:lnTo>
                    <a:pt x="3283" y="13040"/>
                  </a:lnTo>
                  <a:lnTo>
                    <a:pt x="1642" y="15867"/>
                  </a:lnTo>
                  <a:close/>
                  <a:moveTo>
                    <a:pt x="1642" y="9362"/>
                  </a:moveTo>
                  <a:lnTo>
                    <a:pt x="3283" y="6505"/>
                  </a:lnTo>
                  <a:lnTo>
                    <a:pt x="0" y="6505"/>
                  </a:lnTo>
                  <a:close/>
                  <a:moveTo>
                    <a:pt x="1642" y="2858"/>
                  </a:moveTo>
                  <a:lnTo>
                    <a:pt x="32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3" name="Google Shape;513;p46">
              <a:extLst>
                <a:ext uri="{FF2B5EF4-FFF2-40B4-BE49-F238E27FC236}">
                  <a16:creationId xmlns:a16="http://schemas.microsoft.com/office/drawing/2014/main" id="{C3A370DB-0EFA-56F5-FB8E-E683618C1E28}"/>
                </a:ext>
              </a:extLst>
            </p:cNvPr>
            <p:cNvSpPr/>
            <p:nvPr/>
          </p:nvSpPr>
          <p:spPr>
            <a:xfrm>
              <a:off x="4694125" y="3867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4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4" name="Google Shape;514;p46">
              <a:extLst>
                <a:ext uri="{FF2B5EF4-FFF2-40B4-BE49-F238E27FC236}">
                  <a16:creationId xmlns:a16="http://schemas.microsoft.com/office/drawing/2014/main" id="{1CCF9D4A-7E37-B657-64A8-34EA2D4F6611}"/>
                </a:ext>
              </a:extLst>
            </p:cNvPr>
            <p:cNvSpPr/>
            <p:nvPr/>
          </p:nvSpPr>
          <p:spPr>
            <a:xfrm>
              <a:off x="4694125" y="39251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47"/>
                  </a:moveTo>
                  <a:cubicBezTo>
                    <a:pt x="1064" y="851"/>
                    <a:pt x="821" y="1064"/>
                    <a:pt x="548" y="1064"/>
                  </a:cubicBezTo>
                  <a:cubicBezTo>
                    <a:pt x="244" y="1064"/>
                    <a:pt x="0" y="85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5" name="Google Shape;515;p46">
              <a:extLst>
                <a:ext uri="{FF2B5EF4-FFF2-40B4-BE49-F238E27FC236}">
                  <a16:creationId xmlns:a16="http://schemas.microsoft.com/office/drawing/2014/main" id="{DC3223BD-7DD7-F36F-C486-BEBD6E1E36A8}"/>
                </a:ext>
              </a:extLst>
            </p:cNvPr>
            <p:cNvSpPr/>
            <p:nvPr/>
          </p:nvSpPr>
          <p:spPr>
            <a:xfrm>
              <a:off x="4694125" y="3982875"/>
              <a:ext cx="26625" cy="27375"/>
            </a:xfrm>
            <a:custGeom>
              <a:avLst/>
              <a:gdLst/>
              <a:ahLst/>
              <a:cxnLst/>
              <a:rect l="l" t="t" r="r" b="b"/>
              <a:pathLst>
                <a:path w="1065" h="1095" extrusionOk="0">
                  <a:moveTo>
                    <a:pt x="1064" y="547"/>
                  </a:moveTo>
                  <a:cubicBezTo>
                    <a:pt x="1064" y="851"/>
                    <a:pt x="821" y="1095"/>
                    <a:pt x="548" y="1095"/>
                  </a:cubicBezTo>
                  <a:cubicBezTo>
                    <a:pt x="244" y="1095"/>
                    <a:pt x="0" y="851"/>
                    <a:pt x="0" y="547"/>
                  </a:cubicBezTo>
                  <a:cubicBezTo>
                    <a:pt x="0" y="244"/>
                    <a:pt x="244" y="0"/>
                    <a:pt x="548" y="0"/>
                  </a:cubicBezTo>
                  <a:cubicBezTo>
                    <a:pt x="821" y="0"/>
                    <a:pt x="1064" y="244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6" name="Google Shape;516;p46">
              <a:extLst>
                <a:ext uri="{FF2B5EF4-FFF2-40B4-BE49-F238E27FC236}">
                  <a16:creationId xmlns:a16="http://schemas.microsoft.com/office/drawing/2014/main" id="{7EDD3CE9-C7A7-B7AF-30DD-93D7663ADDAE}"/>
                </a:ext>
              </a:extLst>
            </p:cNvPr>
            <p:cNvSpPr/>
            <p:nvPr/>
          </p:nvSpPr>
          <p:spPr>
            <a:xfrm>
              <a:off x="4694125" y="4040625"/>
              <a:ext cx="26625" cy="27375"/>
            </a:xfrm>
            <a:custGeom>
              <a:avLst/>
              <a:gdLst/>
              <a:ahLst/>
              <a:cxnLst/>
              <a:rect l="l" t="t" r="r" b="b"/>
              <a:pathLst>
                <a:path w="1065" h="1095" extrusionOk="0">
                  <a:moveTo>
                    <a:pt x="1064" y="548"/>
                  </a:moveTo>
                  <a:cubicBezTo>
                    <a:pt x="1064" y="851"/>
                    <a:pt x="821" y="1095"/>
                    <a:pt x="548" y="1095"/>
                  </a:cubicBezTo>
                  <a:cubicBezTo>
                    <a:pt x="244" y="1095"/>
                    <a:pt x="0" y="851"/>
                    <a:pt x="0" y="548"/>
                  </a:cubicBezTo>
                  <a:cubicBezTo>
                    <a:pt x="0" y="244"/>
                    <a:pt x="244" y="0"/>
                    <a:pt x="548" y="0"/>
                  </a:cubicBezTo>
                  <a:cubicBezTo>
                    <a:pt x="821" y="0"/>
                    <a:pt x="1064" y="244"/>
                    <a:pt x="1064" y="5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7" name="Google Shape;517;p46">
              <a:extLst>
                <a:ext uri="{FF2B5EF4-FFF2-40B4-BE49-F238E27FC236}">
                  <a16:creationId xmlns:a16="http://schemas.microsoft.com/office/drawing/2014/main" id="{C2FE18FF-D869-FEDA-B382-BD37635CC906}"/>
                </a:ext>
              </a:extLst>
            </p:cNvPr>
            <p:cNvSpPr/>
            <p:nvPr/>
          </p:nvSpPr>
          <p:spPr>
            <a:xfrm>
              <a:off x="4694125" y="40991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18"/>
                  </a:moveTo>
                  <a:cubicBezTo>
                    <a:pt x="1064" y="822"/>
                    <a:pt x="821" y="1065"/>
                    <a:pt x="548" y="1065"/>
                  </a:cubicBezTo>
                  <a:cubicBezTo>
                    <a:pt x="244" y="1065"/>
                    <a:pt x="0" y="822"/>
                    <a:pt x="0" y="518"/>
                  </a:cubicBezTo>
                  <a:cubicBezTo>
                    <a:pt x="0" y="214"/>
                    <a:pt x="244" y="1"/>
                    <a:pt x="548" y="1"/>
                  </a:cubicBezTo>
                  <a:cubicBezTo>
                    <a:pt x="821" y="1"/>
                    <a:pt x="1064" y="214"/>
                    <a:pt x="1064" y="5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8" name="Google Shape;518;p46">
              <a:extLst>
                <a:ext uri="{FF2B5EF4-FFF2-40B4-BE49-F238E27FC236}">
                  <a16:creationId xmlns:a16="http://schemas.microsoft.com/office/drawing/2014/main" id="{75CB8A5C-A207-BC4E-1619-DD59D8F31E94}"/>
                </a:ext>
              </a:extLst>
            </p:cNvPr>
            <p:cNvSpPr/>
            <p:nvPr/>
          </p:nvSpPr>
          <p:spPr>
            <a:xfrm>
              <a:off x="4694125" y="4156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18"/>
                  </a:moveTo>
                  <a:cubicBezTo>
                    <a:pt x="1064" y="822"/>
                    <a:pt x="821" y="1065"/>
                    <a:pt x="548" y="1065"/>
                  </a:cubicBezTo>
                  <a:cubicBezTo>
                    <a:pt x="244" y="1065"/>
                    <a:pt x="0" y="822"/>
                    <a:pt x="0" y="518"/>
                  </a:cubicBezTo>
                  <a:cubicBezTo>
                    <a:pt x="0" y="244"/>
                    <a:pt x="244" y="1"/>
                    <a:pt x="548" y="1"/>
                  </a:cubicBezTo>
                  <a:cubicBezTo>
                    <a:pt x="821" y="1"/>
                    <a:pt x="1064" y="244"/>
                    <a:pt x="1064" y="5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9" name="Google Shape;519;p46">
              <a:extLst>
                <a:ext uri="{FF2B5EF4-FFF2-40B4-BE49-F238E27FC236}">
                  <a16:creationId xmlns:a16="http://schemas.microsoft.com/office/drawing/2014/main" id="{144C878A-705A-09C8-5007-836781BF6330}"/>
                </a:ext>
              </a:extLst>
            </p:cNvPr>
            <p:cNvSpPr/>
            <p:nvPr/>
          </p:nvSpPr>
          <p:spPr>
            <a:xfrm>
              <a:off x="4694125" y="421465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1064" y="51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1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0" name="Google Shape;520;p46">
              <a:extLst>
                <a:ext uri="{FF2B5EF4-FFF2-40B4-BE49-F238E27FC236}">
                  <a16:creationId xmlns:a16="http://schemas.microsoft.com/office/drawing/2014/main" id="{54A983A6-DEBF-DF2A-F7A6-48D918FB4DBE}"/>
                </a:ext>
              </a:extLst>
            </p:cNvPr>
            <p:cNvSpPr/>
            <p:nvPr/>
          </p:nvSpPr>
          <p:spPr>
            <a:xfrm>
              <a:off x="4694125" y="42724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1064" y="54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1" name="Google Shape;521;p46">
              <a:extLst>
                <a:ext uri="{FF2B5EF4-FFF2-40B4-BE49-F238E27FC236}">
                  <a16:creationId xmlns:a16="http://schemas.microsoft.com/office/drawing/2014/main" id="{AD40B571-7694-01A9-5AC1-9AFF3E36CFD4}"/>
                </a:ext>
              </a:extLst>
            </p:cNvPr>
            <p:cNvSpPr/>
            <p:nvPr/>
          </p:nvSpPr>
          <p:spPr>
            <a:xfrm>
              <a:off x="5362825" y="1724475"/>
              <a:ext cx="503075" cy="509925"/>
            </a:xfrm>
            <a:custGeom>
              <a:avLst/>
              <a:gdLst/>
              <a:ahLst/>
              <a:cxnLst/>
              <a:rect l="l" t="t" r="r" b="b"/>
              <a:pathLst>
                <a:path w="20123" h="20397" extrusionOk="0">
                  <a:moveTo>
                    <a:pt x="8876" y="1"/>
                  </a:moveTo>
                  <a:lnTo>
                    <a:pt x="8359" y="1733"/>
                  </a:lnTo>
                  <a:cubicBezTo>
                    <a:pt x="7539" y="2007"/>
                    <a:pt x="7265" y="2098"/>
                    <a:pt x="6445" y="2372"/>
                  </a:cubicBezTo>
                  <a:lnTo>
                    <a:pt x="5016" y="1247"/>
                  </a:lnTo>
                  <a:cubicBezTo>
                    <a:pt x="4013" y="1976"/>
                    <a:pt x="4104" y="1916"/>
                    <a:pt x="3101" y="2645"/>
                  </a:cubicBezTo>
                  <a:lnTo>
                    <a:pt x="3709" y="4347"/>
                  </a:lnTo>
                  <a:cubicBezTo>
                    <a:pt x="3192" y="5046"/>
                    <a:pt x="3040" y="5290"/>
                    <a:pt x="2523" y="5989"/>
                  </a:cubicBezTo>
                  <a:lnTo>
                    <a:pt x="730" y="5928"/>
                  </a:lnTo>
                  <a:cubicBezTo>
                    <a:pt x="335" y="7083"/>
                    <a:pt x="365" y="6992"/>
                    <a:pt x="1" y="8177"/>
                  </a:cubicBezTo>
                  <a:lnTo>
                    <a:pt x="1490" y="9180"/>
                  </a:lnTo>
                  <a:lnTo>
                    <a:pt x="1490" y="11217"/>
                  </a:lnTo>
                  <a:lnTo>
                    <a:pt x="1" y="12220"/>
                  </a:lnTo>
                  <a:cubicBezTo>
                    <a:pt x="365" y="13405"/>
                    <a:pt x="335" y="13314"/>
                    <a:pt x="730" y="14469"/>
                  </a:cubicBezTo>
                  <a:lnTo>
                    <a:pt x="2523" y="14408"/>
                  </a:lnTo>
                  <a:cubicBezTo>
                    <a:pt x="3040" y="15107"/>
                    <a:pt x="3192" y="15350"/>
                    <a:pt x="3709" y="16050"/>
                  </a:cubicBezTo>
                  <a:lnTo>
                    <a:pt x="3101" y="17752"/>
                  </a:lnTo>
                  <a:cubicBezTo>
                    <a:pt x="4104" y="18481"/>
                    <a:pt x="4013" y="18420"/>
                    <a:pt x="5016" y="19150"/>
                  </a:cubicBezTo>
                  <a:lnTo>
                    <a:pt x="6445" y="18025"/>
                  </a:lnTo>
                  <a:cubicBezTo>
                    <a:pt x="7265" y="18299"/>
                    <a:pt x="7539" y="18390"/>
                    <a:pt x="8359" y="18664"/>
                  </a:cubicBezTo>
                  <a:lnTo>
                    <a:pt x="8876" y="20396"/>
                  </a:lnTo>
                  <a:lnTo>
                    <a:pt x="11217" y="20396"/>
                  </a:lnTo>
                  <a:lnTo>
                    <a:pt x="11733" y="18664"/>
                  </a:lnTo>
                  <a:cubicBezTo>
                    <a:pt x="12554" y="18390"/>
                    <a:pt x="12828" y="18299"/>
                    <a:pt x="13648" y="18025"/>
                  </a:cubicBezTo>
                  <a:lnTo>
                    <a:pt x="15077" y="19150"/>
                  </a:lnTo>
                  <a:cubicBezTo>
                    <a:pt x="16080" y="18420"/>
                    <a:pt x="16019" y="18481"/>
                    <a:pt x="16992" y="17752"/>
                  </a:cubicBezTo>
                  <a:lnTo>
                    <a:pt x="16384" y="16050"/>
                  </a:lnTo>
                  <a:cubicBezTo>
                    <a:pt x="16901" y="15350"/>
                    <a:pt x="17083" y="15107"/>
                    <a:pt x="17569" y="14408"/>
                  </a:cubicBezTo>
                  <a:lnTo>
                    <a:pt x="19393" y="14469"/>
                  </a:lnTo>
                  <a:cubicBezTo>
                    <a:pt x="19758" y="13314"/>
                    <a:pt x="19727" y="13405"/>
                    <a:pt x="20123" y="12220"/>
                  </a:cubicBezTo>
                  <a:lnTo>
                    <a:pt x="18633" y="11217"/>
                  </a:lnTo>
                  <a:lnTo>
                    <a:pt x="18633" y="9180"/>
                  </a:lnTo>
                  <a:lnTo>
                    <a:pt x="20123" y="8177"/>
                  </a:lnTo>
                  <a:cubicBezTo>
                    <a:pt x="19727" y="6992"/>
                    <a:pt x="19758" y="7083"/>
                    <a:pt x="19393" y="5928"/>
                  </a:cubicBezTo>
                  <a:lnTo>
                    <a:pt x="17569" y="5989"/>
                  </a:lnTo>
                  <a:cubicBezTo>
                    <a:pt x="17083" y="5290"/>
                    <a:pt x="16901" y="5046"/>
                    <a:pt x="16384" y="4347"/>
                  </a:cubicBezTo>
                  <a:lnTo>
                    <a:pt x="16992" y="2645"/>
                  </a:lnTo>
                  <a:cubicBezTo>
                    <a:pt x="16019" y="1916"/>
                    <a:pt x="16080" y="1976"/>
                    <a:pt x="15077" y="1247"/>
                  </a:cubicBezTo>
                  <a:lnTo>
                    <a:pt x="13648" y="2372"/>
                  </a:lnTo>
                  <a:cubicBezTo>
                    <a:pt x="12828" y="2098"/>
                    <a:pt x="12554" y="2007"/>
                    <a:pt x="11733" y="1733"/>
                  </a:cubicBezTo>
                  <a:lnTo>
                    <a:pt x="1121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2" name="Google Shape;522;p46">
              <a:extLst>
                <a:ext uri="{FF2B5EF4-FFF2-40B4-BE49-F238E27FC236}">
                  <a16:creationId xmlns:a16="http://schemas.microsoft.com/office/drawing/2014/main" id="{92ABDC02-911A-8580-B76A-27C243C847F3}"/>
                </a:ext>
              </a:extLst>
            </p:cNvPr>
            <p:cNvSpPr/>
            <p:nvPr/>
          </p:nvSpPr>
          <p:spPr>
            <a:xfrm>
              <a:off x="5467700" y="1832375"/>
              <a:ext cx="293325" cy="294100"/>
            </a:xfrm>
            <a:custGeom>
              <a:avLst/>
              <a:gdLst/>
              <a:ahLst/>
              <a:cxnLst/>
              <a:rect l="l" t="t" r="r" b="b"/>
              <a:pathLst>
                <a:path w="11733" h="11764" extrusionOk="0">
                  <a:moveTo>
                    <a:pt x="5867" y="11764"/>
                  </a:moveTo>
                  <a:cubicBezTo>
                    <a:pt x="2614" y="11764"/>
                    <a:pt x="0" y="9120"/>
                    <a:pt x="0" y="5898"/>
                  </a:cubicBezTo>
                  <a:cubicBezTo>
                    <a:pt x="0" y="2645"/>
                    <a:pt x="2614" y="1"/>
                    <a:pt x="5867" y="1"/>
                  </a:cubicBezTo>
                  <a:cubicBezTo>
                    <a:pt x="9089" y="1"/>
                    <a:pt x="11733" y="2645"/>
                    <a:pt x="11733" y="5898"/>
                  </a:cubicBezTo>
                  <a:cubicBezTo>
                    <a:pt x="11733" y="9120"/>
                    <a:pt x="9089" y="11764"/>
                    <a:pt x="5867" y="11764"/>
                  </a:cubicBezTo>
                  <a:close/>
                  <a:moveTo>
                    <a:pt x="5867" y="183"/>
                  </a:moveTo>
                  <a:cubicBezTo>
                    <a:pt x="2705" y="183"/>
                    <a:pt x="152" y="2736"/>
                    <a:pt x="152" y="5898"/>
                  </a:cubicBezTo>
                  <a:cubicBezTo>
                    <a:pt x="152" y="9028"/>
                    <a:pt x="2705" y="11582"/>
                    <a:pt x="5867" y="11582"/>
                  </a:cubicBezTo>
                  <a:cubicBezTo>
                    <a:pt x="8997" y="11582"/>
                    <a:pt x="11551" y="9028"/>
                    <a:pt x="11551" y="5898"/>
                  </a:cubicBezTo>
                  <a:cubicBezTo>
                    <a:pt x="11551" y="2736"/>
                    <a:pt x="8997" y="183"/>
                    <a:pt x="5867" y="1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3" name="Google Shape;523;p46">
              <a:extLst>
                <a:ext uri="{FF2B5EF4-FFF2-40B4-BE49-F238E27FC236}">
                  <a16:creationId xmlns:a16="http://schemas.microsoft.com/office/drawing/2014/main" id="{EBF15CB3-F87C-75B8-115A-FB3E637604F5}"/>
                </a:ext>
              </a:extLst>
            </p:cNvPr>
            <p:cNvSpPr/>
            <p:nvPr/>
          </p:nvSpPr>
          <p:spPr>
            <a:xfrm>
              <a:off x="5523925" y="1920525"/>
              <a:ext cx="180125" cy="117825"/>
            </a:xfrm>
            <a:custGeom>
              <a:avLst/>
              <a:gdLst/>
              <a:ahLst/>
              <a:cxnLst/>
              <a:rect l="l" t="t" r="r" b="b"/>
              <a:pathLst>
                <a:path w="7205" h="4713" extrusionOk="0">
                  <a:moveTo>
                    <a:pt x="1" y="2068"/>
                  </a:moveTo>
                  <a:lnTo>
                    <a:pt x="2098" y="1156"/>
                  </a:lnTo>
                  <a:lnTo>
                    <a:pt x="2311" y="1764"/>
                  </a:lnTo>
                  <a:lnTo>
                    <a:pt x="760" y="2341"/>
                  </a:lnTo>
                  <a:lnTo>
                    <a:pt x="2311" y="2949"/>
                  </a:lnTo>
                  <a:lnTo>
                    <a:pt x="2098" y="3557"/>
                  </a:lnTo>
                  <a:lnTo>
                    <a:pt x="1" y="2645"/>
                  </a:lnTo>
                  <a:close/>
                  <a:moveTo>
                    <a:pt x="3162" y="4712"/>
                  </a:moveTo>
                  <a:lnTo>
                    <a:pt x="2402" y="4712"/>
                  </a:lnTo>
                  <a:lnTo>
                    <a:pt x="4074" y="1"/>
                  </a:lnTo>
                  <a:lnTo>
                    <a:pt x="4803" y="1"/>
                  </a:lnTo>
                  <a:close/>
                  <a:moveTo>
                    <a:pt x="7204" y="2645"/>
                  </a:moveTo>
                  <a:lnTo>
                    <a:pt x="5107" y="3557"/>
                  </a:lnTo>
                  <a:lnTo>
                    <a:pt x="4925" y="2949"/>
                  </a:lnTo>
                  <a:lnTo>
                    <a:pt x="6444" y="2341"/>
                  </a:lnTo>
                  <a:lnTo>
                    <a:pt x="4925" y="1764"/>
                  </a:lnTo>
                  <a:lnTo>
                    <a:pt x="5107" y="1156"/>
                  </a:lnTo>
                  <a:lnTo>
                    <a:pt x="7204" y="20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</p:grpSp>
      <p:sp>
        <p:nvSpPr>
          <p:cNvPr id="524" name="Google Shape;524;p46">
            <a:extLst>
              <a:ext uri="{FF2B5EF4-FFF2-40B4-BE49-F238E27FC236}">
                <a16:creationId xmlns:a16="http://schemas.microsoft.com/office/drawing/2014/main" id="{5BB01381-1E84-CD75-56B0-B1518210D56F}"/>
              </a:ext>
            </a:extLst>
          </p:cNvPr>
          <p:cNvSpPr/>
          <p:nvPr/>
        </p:nvSpPr>
        <p:spPr>
          <a:xfrm rot="5400251">
            <a:off x="4950053" y="3578440"/>
            <a:ext cx="574191" cy="197160"/>
          </a:xfrm>
          <a:custGeom>
            <a:avLst/>
            <a:gdLst/>
            <a:ahLst/>
            <a:cxnLst/>
            <a:rect l="l" t="t" r="r" b="b"/>
            <a:pathLst>
              <a:path w="8390" h="10518" fill="none" extrusionOk="0">
                <a:moveTo>
                  <a:pt x="8390" y="0"/>
                </a:moveTo>
                <a:lnTo>
                  <a:pt x="8390" y="6718"/>
                </a:lnTo>
                <a:cubicBezTo>
                  <a:pt x="8390" y="8815"/>
                  <a:pt x="6688" y="10517"/>
                  <a:pt x="4591" y="10517"/>
                </a:cubicBezTo>
                <a:lnTo>
                  <a:pt x="1" y="10517"/>
                </a:lnTo>
              </a:path>
            </a:pathLst>
          </a:custGeom>
          <a:noFill/>
          <a:ln w="28575" cap="rnd" cmpd="sng">
            <a:solidFill>
              <a:srgbClr val="FFF1EF"/>
            </a:solidFill>
            <a:prstDash val="dot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525" name="Google Shape;525;p46">
            <a:extLst>
              <a:ext uri="{FF2B5EF4-FFF2-40B4-BE49-F238E27FC236}">
                <a16:creationId xmlns:a16="http://schemas.microsoft.com/office/drawing/2014/main" id="{457568F6-AB27-4A89-5588-BF9468AB193A}"/>
              </a:ext>
            </a:extLst>
          </p:cNvPr>
          <p:cNvSpPr/>
          <p:nvPr/>
        </p:nvSpPr>
        <p:spPr>
          <a:xfrm rot="-5399557">
            <a:off x="7647278" y="1303628"/>
            <a:ext cx="325616" cy="210413"/>
          </a:xfrm>
          <a:custGeom>
            <a:avLst/>
            <a:gdLst/>
            <a:ahLst/>
            <a:cxnLst/>
            <a:rect l="l" t="t" r="r" b="b"/>
            <a:pathLst>
              <a:path w="8390" h="10518" fill="none" extrusionOk="0">
                <a:moveTo>
                  <a:pt x="8390" y="0"/>
                </a:moveTo>
                <a:lnTo>
                  <a:pt x="8390" y="6718"/>
                </a:lnTo>
                <a:cubicBezTo>
                  <a:pt x="8390" y="8815"/>
                  <a:pt x="6688" y="10517"/>
                  <a:pt x="4591" y="10517"/>
                </a:cubicBezTo>
                <a:lnTo>
                  <a:pt x="1" y="10517"/>
                </a:lnTo>
              </a:path>
            </a:pathLst>
          </a:custGeom>
          <a:noFill/>
          <a:ln w="28575" cap="rnd" cmpd="sng">
            <a:solidFill>
              <a:srgbClr val="FFF1EF"/>
            </a:solidFill>
            <a:prstDash val="dot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526" name="Google Shape;526;p46">
            <a:extLst>
              <a:ext uri="{FF2B5EF4-FFF2-40B4-BE49-F238E27FC236}">
                <a16:creationId xmlns:a16="http://schemas.microsoft.com/office/drawing/2014/main" id="{A39E9E1D-82B0-E492-C77F-A7C2473AD2F1}"/>
              </a:ext>
            </a:extLst>
          </p:cNvPr>
          <p:cNvSpPr/>
          <p:nvPr/>
        </p:nvSpPr>
        <p:spPr>
          <a:xfrm>
            <a:off x="2738175" y="-1260400"/>
            <a:ext cx="6891527" cy="2390141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AF7C39-0B48-B2E2-0C35-206FB001FC54}"/>
              </a:ext>
            </a:extLst>
          </p:cNvPr>
          <p:cNvSpPr txBox="1"/>
          <p:nvPr/>
        </p:nvSpPr>
        <p:spPr>
          <a:xfrm>
            <a:off x="752525" y="3833411"/>
            <a:ext cx="25330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b="1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Trabalho realizado por:</a:t>
            </a:r>
            <a:br>
              <a:rPr lang="pt-PT" sz="1400" b="1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PT" sz="1400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Tiago Gouveia Filipe</a:t>
            </a:r>
            <a:br>
              <a:rPr lang="pt-PT" sz="1400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PT" sz="1400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David Martins Correia</a:t>
            </a:r>
            <a:endParaRPr lang="pt-PT" noProof="0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086F3AE-9FA6-1A74-56FC-2C8789926171}"/>
              </a:ext>
            </a:extLst>
          </p:cNvPr>
          <p:cNvSpPr txBox="1"/>
          <p:nvPr/>
        </p:nvSpPr>
        <p:spPr>
          <a:xfrm>
            <a:off x="713894" y="2159305"/>
            <a:ext cx="4175074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kumimoji="0" lang="pt-PT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et" panose="020B0604020202020204" charset="0"/>
                <a:sym typeface="Ubuntu Light"/>
              </a:rPr>
              <a:t>Exposição do conteúdo através de exemplos</a:t>
            </a:r>
          </a:p>
          <a:p>
            <a:pPr marL="342900" indent="-34290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kumimoji="0" lang="pt-PT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et" panose="020B0604020202020204" charset="0"/>
                <a:sym typeface="Ubuntu Light"/>
              </a:rPr>
              <a:t>Títulos de janelas</a:t>
            </a:r>
          </a:p>
        </p:txBody>
      </p:sp>
      <p:pic>
        <p:nvPicPr>
          <p:cNvPr id="9" name="Imagem 8" descr="Uma imagem com Tipo de letra, texto, Gráficos, logótipo&#10;&#10;Os conteúdos gerados por IA poderão estar incorretos.">
            <a:extLst>
              <a:ext uri="{FF2B5EF4-FFF2-40B4-BE49-F238E27FC236}">
                <a16:creationId xmlns:a16="http://schemas.microsoft.com/office/drawing/2014/main" id="{37487C44-ADC9-180D-8560-766C600A9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136" y="4579239"/>
            <a:ext cx="1842341" cy="37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4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1"/>
          <p:cNvSpPr/>
          <p:nvPr/>
        </p:nvSpPr>
        <p:spPr>
          <a:xfrm rot="-9899656" flipH="1">
            <a:off x="4554391" y="473868"/>
            <a:ext cx="6596155" cy="1793914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690" name="Google Shape;690;p51"/>
          <p:cNvSpPr txBox="1">
            <a:spLocks noGrp="1"/>
          </p:cNvSpPr>
          <p:nvPr>
            <p:ph type="title"/>
          </p:nvPr>
        </p:nvSpPr>
        <p:spPr>
          <a:xfrm>
            <a:off x="952400" y="539500"/>
            <a:ext cx="49521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>
                <a:solidFill>
                  <a:schemeClr val="accent6"/>
                </a:solidFill>
                <a:latin typeface="Garet Bold" panose="020B0604020202020204" charset="0"/>
              </a:rPr>
              <a:t>Introdução</a:t>
            </a:r>
          </a:p>
        </p:txBody>
      </p:sp>
      <p:sp>
        <p:nvSpPr>
          <p:cNvPr id="692" name="Google Shape;692;p51"/>
          <p:cNvSpPr txBox="1">
            <a:spLocks noGrp="1"/>
          </p:cNvSpPr>
          <p:nvPr>
            <p:ph type="subTitle" idx="2"/>
          </p:nvPr>
        </p:nvSpPr>
        <p:spPr>
          <a:xfrm>
            <a:off x="952450" y="1405735"/>
            <a:ext cx="4952100" cy="3198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   O estudo de </a:t>
            </a:r>
            <a:r>
              <a:rPr lang="pt-PT" i="1" noProof="0" dirty="0" err="1"/>
              <a:t>guidelines</a:t>
            </a:r>
            <a:r>
              <a:rPr lang="pt-PT" noProof="0" dirty="0"/>
              <a:t> para páginas web é essencial para garantir que os websites sejam intuitivos, acessíveis e eficientes. Estas diretrizes ajudam a criar uma experiência de navegação mais fluida, facilitando a interação dos utilizadores com o conteúdo.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   S</a:t>
            </a:r>
            <a:r>
              <a:rPr lang="pt-PT" noProof="0" dirty="0" err="1"/>
              <a:t>eguir</a:t>
            </a:r>
            <a:r>
              <a:rPr lang="pt-PT" noProof="0" dirty="0"/>
              <a:t> estas recomendações contribui para a otimização nos motores de busca (SEO), aumentando a visibilidade online.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   No contexto digital atual, onde a concorrência é elevada, a adoção destas boas práticas é fundamental para garantir destaque e proporciona uma experiência de navegação eficiente e satisfatória.</a:t>
            </a:r>
          </a:p>
        </p:txBody>
      </p:sp>
      <p:grpSp>
        <p:nvGrpSpPr>
          <p:cNvPr id="693" name="Google Shape;693;p51"/>
          <p:cNvGrpSpPr/>
          <p:nvPr/>
        </p:nvGrpSpPr>
        <p:grpSpPr>
          <a:xfrm>
            <a:off x="6548128" y="849870"/>
            <a:ext cx="1635958" cy="3443817"/>
            <a:chOff x="6794808" y="849870"/>
            <a:chExt cx="1635958" cy="3443817"/>
          </a:xfrm>
        </p:grpSpPr>
        <p:sp>
          <p:nvSpPr>
            <p:cNvPr id="694" name="Google Shape;694;p51"/>
            <p:cNvSpPr/>
            <p:nvPr/>
          </p:nvSpPr>
          <p:spPr>
            <a:xfrm>
              <a:off x="6794808" y="849870"/>
              <a:ext cx="1635958" cy="3443817"/>
            </a:xfrm>
            <a:custGeom>
              <a:avLst/>
              <a:gdLst/>
              <a:ahLst/>
              <a:cxnLst/>
              <a:rect l="l" t="t" r="r" b="b"/>
              <a:pathLst>
                <a:path w="39333" h="82799" extrusionOk="0">
                  <a:moveTo>
                    <a:pt x="35442" y="82798"/>
                  </a:moveTo>
                  <a:lnTo>
                    <a:pt x="3891" y="82798"/>
                  </a:lnTo>
                  <a:cubicBezTo>
                    <a:pt x="1733" y="82798"/>
                    <a:pt x="1" y="81066"/>
                    <a:pt x="1" y="78908"/>
                  </a:cubicBezTo>
                  <a:lnTo>
                    <a:pt x="1" y="4043"/>
                  </a:lnTo>
                  <a:cubicBezTo>
                    <a:pt x="1" y="1824"/>
                    <a:pt x="1794" y="1"/>
                    <a:pt x="4043" y="1"/>
                  </a:cubicBezTo>
                  <a:lnTo>
                    <a:pt x="35290" y="1"/>
                  </a:lnTo>
                  <a:cubicBezTo>
                    <a:pt x="37509" y="1"/>
                    <a:pt x="39333" y="1824"/>
                    <a:pt x="39333" y="4043"/>
                  </a:cubicBezTo>
                  <a:lnTo>
                    <a:pt x="39333" y="78908"/>
                  </a:lnTo>
                  <a:cubicBezTo>
                    <a:pt x="39333" y="81066"/>
                    <a:pt x="37600" y="82798"/>
                    <a:pt x="35442" y="8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695" name="Google Shape;695;p51"/>
            <p:cNvSpPr/>
            <p:nvPr/>
          </p:nvSpPr>
          <p:spPr>
            <a:xfrm>
              <a:off x="6851706" y="899199"/>
              <a:ext cx="1522161" cy="3328731"/>
            </a:xfrm>
            <a:custGeom>
              <a:avLst/>
              <a:gdLst/>
              <a:ahLst/>
              <a:cxnLst/>
              <a:rect l="l" t="t" r="r" b="b"/>
              <a:pathLst>
                <a:path w="36597" h="80032" extrusionOk="0">
                  <a:moveTo>
                    <a:pt x="3678" y="80032"/>
                  </a:moveTo>
                  <a:cubicBezTo>
                    <a:pt x="1642" y="80032"/>
                    <a:pt x="0" y="78390"/>
                    <a:pt x="0" y="76354"/>
                  </a:cubicBezTo>
                  <a:lnTo>
                    <a:pt x="0" y="3678"/>
                  </a:lnTo>
                  <a:cubicBezTo>
                    <a:pt x="0" y="1641"/>
                    <a:pt x="1642" y="0"/>
                    <a:pt x="3678" y="0"/>
                  </a:cubicBezTo>
                  <a:lnTo>
                    <a:pt x="9119" y="0"/>
                  </a:lnTo>
                  <a:lnTo>
                    <a:pt x="9119" y="1581"/>
                  </a:lnTo>
                  <a:cubicBezTo>
                    <a:pt x="9119" y="2310"/>
                    <a:pt x="9697" y="2888"/>
                    <a:pt x="10396" y="2888"/>
                  </a:cubicBezTo>
                  <a:lnTo>
                    <a:pt x="26171" y="2888"/>
                  </a:lnTo>
                  <a:cubicBezTo>
                    <a:pt x="26901" y="2888"/>
                    <a:pt x="27478" y="2310"/>
                    <a:pt x="27478" y="1581"/>
                  </a:cubicBezTo>
                  <a:lnTo>
                    <a:pt x="27478" y="0"/>
                  </a:lnTo>
                  <a:lnTo>
                    <a:pt x="32919" y="0"/>
                  </a:lnTo>
                  <a:cubicBezTo>
                    <a:pt x="34925" y="0"/>
                    <a:pt x="36597" y="1641"/>
                    <a:pt x="36597" y="3678"/>
                  </a:cubicBezTo>
                  <a:lnTo>
                    <a:pt x="36597" y="76354"/>
                  </a:lnTo>
                  <a:cubicBezTo>
                    <a:pt x="36597" y="78390"/>
                    <a:pt x="34925" y="80032"/>
                    <a:pt x="32919" y="80032"/>
                  </a:cubicBezTo>
                  <a:lnTo>
                    <a:pt x="3678" y="8003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696" name="Google Shape;696;p51"/>
            <p:cNvSpPr/>
            <p:nvPr/>
          </p:nvSpPr>
          <p:spPr>
            <a:xfrm>
              <a:off x="6851706" y="899199"/>
              <a:ext cx="1522161" cy="979795"/>
            </a:xfrm>
            <a:custGeom>
              <a:avLst/>
              <a:gdLst/>
              <a:ahLst/>
              <a:cxnLst/>
              <a:rect l="l" t="t" r="r" b="b"/>
              <a:pathLst>
                <a:path w="36597" h="23557" extrusionOk="0">
                  <a:moveTo>
                    <a:pt x="36597" y="23557"/>
                  </a:moveTo>
                  <a:lnTo>
                    <a:pt x="36597" y="3678"/>
                  </a:lnTo>
                  <a:cubicBezTo>
                    <a:pt x="36597" y="1641"/>
                    <a:pt x="34925" y="0"/>
                    <a:pt x="32919" y="0"/>
                  </a:cubicBezTo>
                  <a:lnTo>
                    <a:pt x="27478" y="0"/>
                  </a:lnTo>
                  <a:lnTo>
                    <a:pt x="27478" y="1581"/>
                  </a:lnTo>
                  <a:cubicBezTo>
                    <a:pt x="27478" y="2310"/>
                    <a:pt x="26901" y="2888"/>
                    <a:pt x="26171" y="2888"/>
                  </a:cubicBezTo>
                  <a:lnTo>
                    <a:pt x="10396" y="2888"/>
                  </a:lnTo>
                  <a:cubicBezTo>
                    <a:pt x="9697" y="2888"/>
                    <a:pt x="9119" y="2310"/>
                    <a:pt x="9119" y="1581"/>
                  </a:cubicBezTo>
                  <a:lnTo>
                    <a:pt x="9119" y="0"/>
                  </a:lnTo>
                  <a:lnTo>
                    <a:pt x="3678" y="0"/>
                  </a:lnTo>
                  <a:cubicBezTo>
                    <a:pt x="1642" y="0"/>
                    <a:pt x="0" y="1641"/>
                    <a:pt x="0" y="3678"/>
                  </a:cubicBezTo>
                  <a:lnTo>
                    <a:pt x="0" y="2355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697" name="Google Shape;697;p51"/>
            <p:cNvSpPr/>
            <p:nvPr/>
          </p:nvSpPr>
          <p:spPr>
            <a:xfrm>
              <a:off x="8090664" y="1105248"/>
              <a:ext cx="136548" cy="136590"/>
            </a:xfrm>
            <a:custGeom>
              <a:avLst/>
              <a:gdLst/>
              <a:ahLst/>
              <a:cxnLst/>
              <a:rect l="l" t="t" r="r" b="b"/>
              <a:pathLst>
                <a:path w="3283" h="3284" extrusionOk="0">
                  <a:moveTo>
                    <a:pt x="1642" y="1064"/>
                  </a:moveTo>
                  <a:cubicBezTo>
                    <a:pt x="1976" y="1064"/>
                    <a:pt x="2250" y="1308"/>
                    <a:pt x="2250" y="1642"/>
                  </a:cubicBezTo>
                  <a:cubicBezTo>
                    <a:pt x="2250" y="1976"/>
                    <a:pt x="1976" y="2219"/>
                    <a:pt x="1642" y="2219"/>
                  </a:cubicBezTo>
                  <a:cubicBezTo>
                    <a:pt x="1338" y="2219"/>
                    <a:pt x="1064" y="1976"/>
                    <a:pt x="1064" y="1642"/>
                  </a:cubicBezTo>
                  <a:cubicBezTo>
                    <a:pt x="1064" y="1308"/>
                    <a:pt x="1338" y="1064"/>
                    <a:pt x="1642" y="1064"/>
                  </a:cubicBezTo>
                  <a:close/>
                  <a:moveTo>
                    <a:pt x="1520" y="1"/>
                  </a:moveTo>
                  <a:cubicBezTo>
                    <a:pt x="1398" y="1"/>
                    <a:pt x="1307" y="92"/>
                    <a:pt x="1307" y="213"/>
                  </a:cubicBezTo>
                  <a:lnTo>
                    <a:pt x="1307" y="305"/>
                  </a:lnTo>
                  <a:cubicBezTo>
                    <a:pt x="1307" y="430"/>
                    <a:pt x="1193" y="512"/>
                    <a:pt x="1082" y="512"/>
                  </a:cubicBezTo>
                  <a:cubicBezTo>
                    <a:pt x="1031" y="512"/>
                    <a:pt x="981" y="495"/>
                    <a:pt x="943" y="457"/>
                  </a:cubicBezTo>
                  <a:lnTo>
                    <a:pt x="882" y="396"/>
                  </a:lnTo>
                  <a:cubicBezTo>
                    <a:pt x="836" y="350"/>
                    <a:pt x="783" y="327"/>
                    <a:pt x="730" y="327"/>
                  </a:cubicBezTo>
                  <a:cubicBezTo>
                    <a:pt x="677" y="327"/>
                    <a:pt x="623" y="350"/>
                    <a:pt x="578" y="396"/>
                  </a:cubicBezTo>
                  <a:lnTo>
                    <a:pt x="395" y="578"/>
                  </a:lnTo>
                  <a:cubicBezTo>
                    <a:pt x="335" y="669"/>
                    <a:pt x="335" y="791"/>
                    <a:pt x="395" y="882"/>
                  </a:cubicBezTo>
                  <a:lnTo>
                    <a:pt x="456" y="943"/>
                  </a:lnTo>
                  <a:cubicBezTo>
                    <a:pt x="578" y="1064"/>
                    <a:pt x="487" y="1308"/>
                    <a:pt x="304" y="1308"/>
                  </a:cubicBezTo>
                  <a:lnTo>
                    <a:pt x="243" y="1308"/>
                  </a:lnTo>
                  <a:cubicBezTo>
                    <a:pt x="122" y="1308"/>
                    <a:pt x="0" y="1399"/>
                    <a:pt x="0" y="1520"/>
                  </a:cubicBezTo>
                  <a:lnTo>
                    <a:pt x="0" y="1764"/>
                  </a:lnTo>
                  <a:cubicBezTo>
                    <a:pt x="0" y="1885"/>
                    <a:pt x="122" y="1976"/>
                    <a:pt x="243" y="1976"/>
                  </a:cubicBezTo>
                  <a:lnTo>
                    <a:pt x="304" y="1976"/>
                  </a:lnTo>
                  <a:cubicBezTo>
                    <a:pt x="487" y="1976"/>
                    <a:pt x="578" y="2219"/>
                    <a:pt x="456" y="2371"/>
                  </a:cubicBezTo>
                  <a:lnTo>
                    <a:pt x="395" y="2402"/>
                  </a:lnTo>
                  <a:cubicBezTo>
                    <a:pt x="335" y="2493"/>
                    <a:pt x="335" y="2645"/>
                    <a:pt x="395" y="2706"/>
                  </a:cubicBezTo>
                  <a:lnTo>
                    <a:pt x="578" y="2888"/>
                  </a:lnTo>
                  <a:cubicBezTo>
                    <a:pt x="623" y="2934"/>
                    <a:pt x="677" y="2957"/>
                    <a:pt x="730" y="2957"/>
                  </a:cubicBezTo>
                  <a:cubicBezTo>
                    <a:pt x="783" y="2957"/>
                    <a:pt x="836" y="2934"/>
                    <a:pt x="882" y="2888"/>
                  </a:cubicBezTo>
                  <a:lnTo>
                    <a:pt x="943" y="2858"/>
                  </a:lnTo>
                  <a:cubicBezTo>
                    <a:pt x="984" y="2806"/>
                    <a:pt x="1040" y="2782"/>
                    <a:pt x="1095" y="2782"/>
                  </a:cubicBezTo>
                  <a:cubicBezTo>
                    <a:pt x="1202" y="2782"/>
                    <a:pt x="1307" y="2870"/>
                    <a:pt x="1307" y="3010"/>
                  </a:cubicBezTo>
                  <a:lnTo>
                    <a:pt x="1307" y="3071"/>
                  </a:lnTo>
                  <a:cubicBezTo>
                    <a:pt x="1307" y="3192"/>
                    <a:pt x="1398" y="3283"/>
                    <a:pt x="1520" y="3283"/>
                  </a:cubicBezTo>
                  <a:lnTo>
                    <a:pt x="1763" y="3283"/>
                  </a:lnTo>
                  <a:cubicBezTo>
                    <a:pt x="1885" y="3283"/>
                    <a:pt x="2006" y="3192"/>
                    <a:pt x="2006" y="3071"/>
                  </a:cubicBezTo>
                  <a:lnTo>
                    <a:pt x="2006" y="3010"/>
                  </a:lnTo>
                  <a:cubicBezTo>
                    <a:pt x="2006" y="2870"/>
                    <a:pt x="2099" y="2782"/>
                    <a:pt x="2205" y="2782"/>
                  </a:cubicBezTo>
                  <a:cubicBezTo>
                    <a:pt x="2260" y="2782"/>
                    <a:pt x="2319" y="2806"/>
                    <a:pt x="2371" y="2858"/>
                  </a:cubicBezTo>
                  <a:lnTo>
                    <a:pt x="2402" y="2888"/>
                  </a:lnTo>
                  <a:cubicBezTo>
                    <a:pt x="2447" y="2934"/>
                    <a:pt x="2508" y="2957"/>
                    <a:pt x="2569" y="2957"/>
                  </a:cubicBezTo>
                  <a:cubicBezTo>
                    <a:pt x="2629" y="2957"/>
                    <a:pt x="2690" y="2934"/>
                    <a:pt x="2736" y="2888"/>
                  </a:cubicBezTo>
                  <a:lnTo>
                    <a:pt x="2888" y="2706"/>
                  </a:lnTo>
                  <a:cubicBezTo>
                    <a:pt x="2979" y="2645"/>
                    <a:pt x="2979" y="2493"/>
                    <a:pt x="2888" y="2402"/>
                  </a:cubicBezTo>
                  <a:lnTo>
                    <a:pt x="2857" y="2371"/>
                  </a:lnTo>
                  <a:cubicBezTo>
                    <a:pt x="2705" y="2219"/>
                    <a:pt x="2827" y="1976"/>
                    <a:pt x="3009" y="1976"/>
                  </a:cubicBezTo>
                  <a:lnTo>
                    <a:pt x="3070" y="1976"/>
                  </a:lnTo>
                  <a:cubicBezTo>
                    <a:pt x="3192" y="1976"/>
                    <a:pt x="3283" y="1885"/>
                    <a:pt x="3283" y="1764"/>
                  </a:cubicBezTo>
                  <a:lnTo>
                    <a:pt x="3283" y="1520"/>
                  </a:lnTo>
                  <a:cubicBezTo>
                    <a:pt x="3283" y="1399"/>
                    <a:pt x="3192" y="1308"/>
                    <a:pt x="3070" y="1308"/>
                  </a:cubicBezTo>
                  <a:lnTo>
                    <a:pt x="3009" y="1308"/>
                  </a:lnTo>
                  <a:cubicBezTo>
                    <a:pt x="2827" y="1308"/>
                    <a:pt x="2705" y="1064"/>
                    <a:pt x="2857" y="943"/>
                  </a:cubicBezTo>
                  <a:lnTo>
                    <a:pt x="2888" y="882"/>
                  </a:lnTo>
                  <a:cubicBezTo>
                    <a:pt x="2979" y="791"/>
                    <a:pt x="2979" y="669"/>
                    <a:pt x="2888" y="578"/>
                  </a:cubicBezTo>
                  <a:lnTo>
                    <a:pt x="2736" y="396"/>
                  </a:lnTo>
                  <a:cubicBezTo>
                    <a:pt x="2690" y="350"/>
                    <a:pt x="2629" y="327"/>
                    <a:pt x="2569" y="327"/>
                  </a:cubicBezTo>
                  <a:cubicBezTo>
                    <a:pt x="2508" y="327"/>
                    <a:pt x="2447" y="350"/>
                    <a:pt x="2402" y="396"/>
                  </a:cubicBezTo>
                  <a:lnTo>
                    <a:pt x="2371" y="457"/>
                  </a:lnTo>
                  <a:cubicBezTo>
                    <a:pt x="2323" y="495"/>
                    <a:pt x="2270" y="512"/>
                    <a:pt x="2219" y="512"/>
                  </a:cubicBezTo>
                  <a:cubicBezTo>
                    <a:pt x="2107" y="512"/>
                    <a:pt x="2006" y="430"/>
                    <a:pt x="2006" y="305"/>
                  </a:cubicBezTo>
                  <a:lnTo>
                    <a:pt x="2006" y="213"/>
                  </a:lnTo>
                  <a:cubicBezTo>
                    <a:pt x="2006" y="92"/>
                    <a:pt x="1885" y="1"/>
                    <a:pt x="1763" y="1"/>
                  </a:cubicBez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698" name="Google Shape;698;p51"/>
            <p:cNvSpPr/>
            <p:nvPr/>
          </p:nvSpPr>
          <p:spPr>
            <a:xfrm>
              <a:off x="6960429" y="1098926"/>
              <a:ext cx="161878" cy="24082"/>
            </a:xfrm>
            <a:custGeom>
              <a:avLst/>
              <a:gdLst/>
              <a:ahLst/>
              <a:cxnLst/>
              <a:rect l="l" t="t" r="r" b="b"/>
              <a:pathLst>
                <a:path w="3892" h="579" extrusionOk="0">
                  <a:moveTo>
                    <a:pt x="1" y="1"/>
                  </a:moveTo>
                  <a:lnTo>
                    <a:pt x="1" y="578"/>
                  </a:lnTo>
                  <a:lnTo>
                    <a:pt x="3891" y="578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699" name="Google Shape;699;p51"/>
            <p:cNvSpPr/>
            <p:nvPr/>
          </p:nvSpPr>
          <p:spPr>
            <a:xfrm>
              <a:off x="6960429" y="1149503"/>
              <a:ext cx="161878" cy="24040"/>
            </a:xfrm>
            <a:custGeom>
              <a:avLst/>
              <a:gdLst/>
              <a:ahLst/>
              <a:cxnLst/>
              <a:rect l="l" t="t" r="r" b="b"/>
              <a:pathLst>
                <a:path w="3892" h="578" extrusionOk="0">
                  <a:moveTo>
                    <a:pt x="1" y="0"/>
                  </a:moveTo>
                  <a:lnTo>
                    <a:pt x="1" y="578"/>
                  </a:lnTo>
                  <a:lnTo>
                    <a:pt x="3891" y="57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0" name="Google Shape;700;p51"/>
            <p:cNvSpPr/>
            <p:nvPr/>
          </p:nvSpPr>
          <p:spPr>
            <a:xfrm>
              <a:off x="6960429" y="1200079"/>
              <a:ext cx="161878" cy="24040"/>
            </a:xfrm>
            <a:custGeom>
              <a:avLst/>
              <a:gdLst/>
              <a:ahLst/>
              <a:cxnLst/>
              <a:rect l="l" t="t" r="r" b="b"/>
              <a:pathLst>
                <a:path w="3892" h="578" extrusionOk="0">
                  <a:moveTo>
                    <a:pt x="1" y="0"/>
                  </a:moveTo>
                  <a:lnTo>
                    <a:pt x="1" y="578"/>
                  </a:lnTo>
                  <a:lnTo>
                    <a:pt x="3891" y="57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1" name="Google Shape;701;p51"/>
            <p:cNvSpPr/>
            <p:nvPr/>
          </p:nvSpPr>
          <p:spPr>
            <a:xfrm>
              <a:off x="7361173" y="1308137"/>
              <a:ext cx="499443" cy="470120"/>
            </a:xfrm>
            <a:custGeom>
              <a:avLst/>
              <a:gdLst/>
              <a:ahLst/>
              <a:cxnLst/>
              <a:rect l="l" t="t" r="r" b="b"/>
              <a:pathLst>
                <a:path w="12008" h="11303" extrusionOk="0">
                  <a:moveTo>
                    <a:pt x="6044" y="1"/>
                  </a:moveTo>
                  <a:cubicBezTo>
                    <a:pt x="5805" y="1"/>
                    <a:pt x="5563" y="16"/>
                    <a:pt x="5320" y="47"/>
                  </a:cubicBezTo>
                  <a:cubicBezTo>
                    <a:pt x="2220" y="411"/>
                    <a:pt x="1" y="3238"/>
                    <a:pt x="396" y="6339"/>
                  </a:cubicBezTo>
                  <a:cubicBezTo>
                    <a:pt x="762" y="9212"/>
                    <a:pt x="3191" y="11302"/>
                    <a:pt x="6013" y="11302"/>
                  </a:cubicBezTo>
                  <a:cubicBezTo>
                    <a:pt x="6236" y="11302"/>
                    <a:pt x="6461" y="11289"/>
                    <a:pt x="6688" y="11263"/>
                  </a:cubicBezTo>
                  <a:cubicBezTo>
                    <a:pt x="9788" y="10868"/>
                    <a:pt x="12007" y="8041"/>
                    <a:pt x="11612" y="4940"/>
                  </a:cubicBezTo>
                  <a:cubicBezTo>
                    <a:pt x="11276" y="2083"/>
                    <a:pt x="8849" y="1"/>
                    <a:pt x="6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2" name="Google Shape;702;p51"/>
            <p:cNvSpPr/>
            <p:nvPr/>
          </p:nvSpPr>
          <p:spPr>
            <a:xfrm>
              <a:off x="7566016" y="1426384"/>
              <a:ext cx="94831" cy="94831"/>
            </a:xfrm>
            <a:custGeom>
              <a:avLst/>
              <a:gdLst/>
              <a:ahLst/>
              <a:cxnLst/>
              <a:rect l="l" t="t" r="r" b="b"/>
              <a:pathLst>
                <a:path w="2280" h="2280" extrusionOk="0">
                  <a:moveTo>
                    <a:pt x="1155" y="2280"/>
                  </a:moveTo>
                  <a:cubicBezTo>
                    <a:pt x="1793" y="2280"/>
                    <a:pt x="2280" y="1763"/>
                    <a:pt x="2280" y="1155"/>
                  </a:cubicBezTo>
                  <a:cubicBezTo>
                    <a:pt x="2280" y="517"/>
                    <a:pt x="1793" y="0"/>
                    <a:pt x="1155" y="0"/>
                  </a:cubicBezTo>
                  <a:cubicBezTo>
                    <a:pt x="517" y="0"/>
                    <a:pt x="0" y="517"/>
                    <a:pt x="0" y="1155"/>
                  </a:cubicBezTo>
                  <a:cubicBezTo>
                    <a:pt x="0" y="1763"/>
                    <a:pt x="517" y="2280"/>
                    <a:pt x="1155" y="2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3" name="Google Shape;703;p51"/>
            <p:cNvSpPr/>
            <p:nvPr/>
          </p:nvSpPr>
          <p:spPr>
            <a:xfrm>
              <a:off x="7512902" y="1541429"/>
              <a:ext cx="202306" cy="147945"/>
            </a:xfrm>
            <a:custGeom>
              <a:avLst/>
              <a:gdLst/>
              <a:ahLst/>
              <a:cxnLst/>
              <a:rect l="l" t="t" r="r" b="b"/>
              <a:pathLst>
                <a:path w="4864" h="3557" extrusionOk="0">
                  <a:moveTo>
                    <a:pt x="4803" y="1550"/>
                  </a:moveTo>
                  <a:cubicBezTo>
                    <a:pt x="4377" y="638"/>
                    <a:pt x="3466" y="0"/>
                    <a:pt x="2432" y="0"/>
                  </a:cubicBezTo>
                  <a:cubicBezTo>
                    <a:pt x="1368" y="0"/>
                    <a:pt x="456" y="638"/>
                    <a:pt x="61" y="1550"/>
                  </a:cubicBezTo>
                  <a:cubicBezTo>
                    <a:pt x="0" y="1702"/>
                    <a:pt x="0" y="1885"/>
                    <a:pt x="61" y="2037"/>
                  </a:cubicBezTo>
                  <a:cubicBezTo>
                    <a:pt x="456" y="2918"/>
                    <a:pt x="1368" y="3556"/>
                    <a:pt x="2432" y="3556"/>
                  </a:cubicBezTo>
                  <a:cubicBezTo>
                    <a:pt x="3466" y="3556"/>
                    <a:pt x="4377" y="2918"/>
                    <a:pt x="4803" y="2037"/>
                  </a:cubicBezTo>
                  <a:cubicBezTo>
                    <a:pt x="4864" y="1885"/>
                    <a:pt x="4864" y="1702"/>
                    <a:pt x="4803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4" name="Google Shape;704;p51"/>
            <p:cNvSpPr/>
            <p:nvPr/>
          </p:nvSpPr>
          <p:spPr>
            <a:xfrm>
              <a:off x="7267631" y="3523727"/>
              <a:ext cx="705492" cy="180803"/>
            </a:xfrm>
            <a:custGeom>
              <a:avLst/>
              <a:gdLst/>
              <a:ahLst/>
              <a:cxnLst/>
              <a:rect l="l" t="t" r="r" b="b"/>
              <a:pathLst>
                <a:path w="16962" h="4347" extrusionOk="0">
                  <a:moveTo>
                    <a:pt x="14773" y="4347"/>
                  </a:moveTo>
                  <a:lnTo>
                    <a:pt x="2189" y="4347"/>
                  </a:lnTo>
                  <a:cubicBezTo>
                    <a:pt x="973" y="4347"/>
                    <a:pt x="1" y="3374"/>
                    <a:pt x="1" y="2189"/>
                  </a:cubicBezTo>
                  <a:lnTo>
                    <a:pt x="1" y="2189"/>
                  </a:lnTo>
                  <a:cubicBezTo>
                    <a:pt x="1" y="973"/>
                    <a:pt x="973" y="0"/>
                    <a:pt x="2189" y="0"/>
                  </a:cubicBezTo>
                  <a:lnTo>
                    <a:pt x="14773" y="0"/>
                  </a:lnTo>
                  <a:cubicBezTo>
                    <a:pt x="15989" y="0"/>
                    <a:pt x="16961" y="973"/>
                    <a:pt x="16961" y="2189"/>
                  </a:cubicBezTo>
                  <a:lnTo>
                    <a:pt x="16961" y="2189"/>
                  </a:lnTo>
                  <a:cubicBezTo>
                    <a:pt x="16961" y="3374"/>
                    <a:pt x="15989" y="4347"/>
                    <a:pt x="14773" y="434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7267631" y="3768998"/>
              <a:ext cx="705492" cy="180803"/>
            </a:xfrm>
            <a:custGeom>
              <a:avLst/>
              <a:gdLst/>
              <a:ahLst/>
              <a:cxnLst/>
              <a:rect l="l" t="t" r="r" b="b"/>
              <a:pathLst>
                <a:path w="16962" h="4347" extrusionOk="0">
                  <a:moveTo>
                    <a:pt x="2189" y="0"/>
                  </a:moveTo>
                  <a:cubicBezTo>
                    <a:pt x="973" y="0"/>
                    <a:pt x="1" y="973"/>
                    <a:pt x="1" y="2158"/>
                  </a:cubicBezTo>
                  <a:cubicBezTo>
                    <a:pt x="1" y="3374"/>
                    <a:pt x="973" y="4347"/>
                    <a:pt x="2189" y="4347"/>
                  </a:cubicBezTo>
                  <a:lnTo>
                    <a:pt x="14773" y="4347"/>
                  </a:lnTo>
                  <a:cubicBezTo>
                    <a:pt x="15989" y="4347"/>
                    <a:pt x="16961" y="3374"/>
                    <a:pt x="16961" y="2158"/>
                  </a:cubicBezTo>
                  <a:cubicBezTo>
                    <a:pt x="16961" y="973"/>
                    <a:pt x="15989" y="0"/>
                    <a:pt x="147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6" name="Google Shape;706;p51"/>
            <p:cNvSpPr/>
            <p:nvPr/>
          </p:nvSpPr>
          <p:spPr>
            <a:xfrm>
              <a:off x="7032509" y="2114116"/>
              <a:ext cx="1163134" cy="298385"/>
            </a:xfrm>
            <a:custGeom>
              <a:avLst/>
              <a:gdLst/>
              <a:ahLst/>
              <a:cxnLst/>
              <a:rect l="l" t="t" r="r" b="b"/>
              <a:pathLst>
                <a:path w="27965" h="7174" extrusionOk="0">
                  <a:moveTo>
                    <a:pt x="3587" y="0"/>
                  </a:moveTo>
                  <a:cubicBezTo>
                    <a:pt x="1611" y="0"/>
                    <a:pt x="0" y="1611"/>
                    <a:pt x="0" y="3587"/>
                  </a:cubicBezTo>
                  <a:cubicBezTo>
                    <a:pt x="0" y="5593"/>
                    <a:pt x="1611" y="7174"/>
                    <a:pt x="3587" y="7174"/>
                  </a:cubicBezTo>
                  <a:lnTo>
                    <a:pt x="24377" y="7174"/>
                  </a:lnTo>
                  <a:cubicBezTo>
                    <a:pt x="26353" y="7174"/>
                    <a:pt x="27964" y="5593"/>
                    <a:pt x="27964" y="3587"/>
                  </a:cubicBezTo>
                  <a:cubicBezTo>
                    <a:pt x="27964" y="1611"/>
                    <a:pt x="26353" y="0"/>
                    <a:pt x="24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7" name="Google Shape;707;p51"/>
            <p:cNvSpPr/>
            <p:nvPr/>
          </p:nvSpPr>
          <p:spPr>
            <a:xfrm>
              <a:off x="7079259" y="2158370"/>
              <a:ext cx="199810" cy="199769"/>
            </a:xfrm>
            <a:custGeom>
              <a:avLst/>
              <a:gdLst/>
              <a:ahLst/>
              <a:cxnLst/>
              <a:rect l="l" t="t" r="r" b="b"/>
              <a:pathLst>
                <a:path w="4804" h="4803" extrusionOk="0">
                  <a:moveTo>
                    <a:pt x="4803" y="2401"/>
                  </a:moveTo>
                  <a:cubicBezTo>
                    <a:pt x="4803" y="3739"/>
                    <a:pt x="3739" y="4803"/>
                    <a:pt x="2402" y="4803"/>
                  </a:cubicBezTo>
                  <a:cubicBezTo>
                    <a:pt x="1065" y="4803"/>
                    <a:pt x="1" y="3739"/>
                    <a:pt x="1" y="2401"/>
                  </a:cubicBezTo>
                  <a:cubicBezTo>
                    <a:pt x="1" y="1064"/>
                    <a:pt x="1065" y="0"/>
                    <a:pt x="2402" y="0"/>
                  </a:cubicBezTo>
                  <a:cubicBezTo>
                    <a:pt x="3739" y="0"/>
                    <a:pt x="4803" y="1064"/>
                    <a:pt x="4803" y="240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8" name="Google Shape;708;p51"/>
            <p:cNvSpPr/>
            <p:nvPr/>
          </p:nvSpPr>
          <p:spPr>
            <a:xfrm>
              <a:off x="7153876" y="2182369"/>
              <a:ext cx="49329" cy="49370"/>
            </a:xfrm>
            <a:custGeom>
              <a:avLst/>
              <a:gdLst/>
              <a:ahLst/>
              <a:cxnLst/>
              <a:rect l="l" t="t" r="r" b="b"/>
              <a:pathLst>
                <a:path w="1186" h="1187" extrusionOk="0">
                  <a:moveTo>
                    <a:pt x="578" y="1"/>
                  </a:moveTo>
                  <a:cubicBezTo>
                    <a:pt x="243" y="1"/>
                    <a:pt x="0" y="244"/>
                    <a:pt x="0" y="578"/>
                  </a:cubicBezTo>
                  <a:cubicBezTo>
                    <a:pt x="0" y="912"/>
                    <a:pt x="243" y="1186"/>
                    <a:pt x="578" y="1186"/>
                  </a:cubicBezTo>
                  <a:cubicBezTo>
                    <a:pt x="912" y="1186"/>
                    <a:pt x="1185" y="912"/>
                    <a:pt x="1185" y="578"/>
                  </a:cubicBezTo>
                  <a:cubicBezTo>
                    <a:pt x="1185" y="244"/>
                    <a:pt x="912" y="1"/>
                    <a:pt x="578" y="1"/>
                  </a:cubicBez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09" name="Google Shape;709;p51"/>
            <p:cNvSpPr/>
            <p:nvPr/>
          </p:nvSpPr>
          <p:spPr>
            <a:xfrm>
              <a:off x="7124761" y="2241805"/>
              <a:ext cx="106269" cy="77154"/>
            </a:xfrm>
            <a:custGeom>
              <a:avLst/>
              <a:gdLst/>
              <a:ahLst/>
              <a:cxnLst/>
              <a:rect l="l" t="t" r="r" b="b"/>
              <a:pathLst>
                <a:path w="2555" h="1855" extrusionOk="0">
                  <a:moveTo>
                    <a:pt x="1278" y="0"/>
                  </a:moveTo>
                  <a:cubicBezTo>
                    <a:pt x="730" y="0"/>
                    <a:pt x="275" y="335"/>
                    <a:pt x="62" y="821"/>
                  </a:cubicBezTo>
                  <a:cubicBezTo>
                    <a:pt x="1" y="882"/>
                    <a:pt x="1" y="973"/>
                    <a:pt x="62" y="1064"/>
                  </a:cubicBezTo>
                  <a:cubicBezTo>
                    <a:pt x="275" y="1520"/>
                    <a:pt x="730" y="1854"/>
                    <a:pt x="1278" y="1854"/>
                  </a:cubicBezTo>
                  <a:cubicBezTo>
                    <a:pt x="1825" y="1854"/>
                    <a:pt x="2311" y="1520"/>
                    <a:pt x="2524" y="1064"/>
                  </a:cubicBezTo>
                  <a:cubicBezTo>
                    <a:pt x="2554" y="973"/>
                    <a:pt x="2554" y="882"/>
                    <a:pt x="2524" y="821"/>
                  </a:cubicBezTo>
                  <a:cubicBezTo>
                    <a:pt x="2311" y="335"/>
                    <a:pt x="1825" y="0"/>
                    <a:pt x="1278" y="0"/>
                  </a:cubicBez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0" name="Google Shape;710;p51"/>
            <p:cNvSpPr/>
            <p:nvPr/>
          </p:nvSpPr>
          <p:spPr>
            <a:xfrm>
              <a:off x="7032509" y="2507290"/>
              <a:ext cx="1163134" cy="299674"/>
            </a:xfrm>
            <a:custGeom>
              <a:avLst/>
              <a:gdLst/>
              <a:ahLst/>
              <a:cxnLst/>
              <a:rect l="l" t="t" r="r" b="b"/>
              <a:pathLst>
                <a:path w="27965" h="7205" extrusionOk="0">
                  <a:moveTo>
                    <a:pt x="3587" y="0"/>
                  </a:moveTo>
                  <a:cubicBezTo>
                    <a:pt x="1611" y="0"/>
                    <a:pt x="0" y="1611"/>
                    <a:pt x="0" y="3617"/>
                  </a:cubicBezTo>
                  <a:cubicBezTo>
                    <a:pt x="0" y="5593"/>
                    <a:pt x="1611" y="7204"/>
                    <a:pt x="3587" y="7204"/>
                  </a:cubicBezTo>
                  <a:lnTo>
                    <a:pt x="24377" y="7204"/>
                  </a:lnTo>
                  <a:cubicBezTo>
                    <a:pt x="26353" y="7204"/>
                    <a:pt x="27964" y="5593"/>
                    <a:pt x="27964" y="3617"/>
                  </a:cubicBezTo>
                  <a:cubicBezTo>
                    <a:pt x="27964" y="1611"/>
                    <a:pt x="26353" y="0"/>
                    <a:pt x="24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1" name="Google Shape;711;p51"/>
            <p:cNvSpPr/>
            <p:nvPr/>
          </p:nvSpPr>
          <p:spPr>
            <a:xfrm>
              <a:off x="7079259" y="2550255"/>
              <a:ext cx="199810" cy="199810"/>
            </a:xfrm>
            <a:custGeom>
              <a:avLst/>
              <a:gdLst/>
              <a:ahLst/>
              <a:cxnLst/>
              <a:rect l="l" t="t" r="r" b="b"/>
              <a:pathLst>
                <a:path w="4804" h="4804" extrusionOk="0">
                  <a:moveTo>
                    <a:pt x="1" y="2402"/>
                  </a:moveTo>
                  <a:cubicBezTo>
                    <a:pt x="1" y="1065"/>
                    <a:pt x="1065" y="1"/>
                    <a:pt x="2402" y="1"/>
                  </a:cubicBezTo>
                  <a:cubicBezTo>
                    <a:pt x="3739" y="1"/>
                    <a:pt x="4803" y="1065"/>
                    <a:pt x="4803" y="2402"/>
                  </a:cubicBezTo>
                  <a:cubicBezTo>
                    <a:pt x="4803" y="3739"/>
                    <a:pt x="3739" y="4803"/>
                    <a:pt x="2402" y="4803"/>
                  </a:cubicBezTo>
                  <a:cubicBezTo>
                    <a:pt x="1065" y="4803"/>
                    <a:pt x="1" y="3739"/>
                    <a:pt x="1" y="240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2" name="Google Shape;712;p51"/>
            <p:cNvSpPr/>
            <p:nvPr/>
          </p:nvSpPr>
          <p:spPr>
            <a:xfrm>
              <a:off x="7153876" y="2586940"/>
              <a:ext cx="54403" cy="29115"/>
            </a:xfrm>
            <a:custGeom>
              <a:avLst/>
              <a:gdLst/>
              <a:ahLst/>
              <a:cxnLst/>
              <a:rect l="l" t="t" r="r" b="b"/>
              <a:pathLst>
                <a:path w="1308" h="700" extrusionOk="0">
                  <a:moveTo>
                    <a:pt x="669" y="0"/>
                  </a:moveTo>
                  <a:cubicBezTo>
                    <a:pt x="274" y="0"/>
                    <a:pt x="0" y="304"/>
                    <a:pt x="0" y="669"/>
                  </a:cubicBezTo>
                  <a:lnTo>
                    <a:pt x="0" y="699"/>
                  </a:lnTo>
                  <a:lnTo>
                    <a:pt x="334" y="699"/>
                  </a:lnTo>
                  <a:lnTo>
                    <a:pt x="334" y="669"/>
                  </a:lnTo>
                  <a:cubicBezTo>
                    <a:pt x="334" y="487"/>
                    <a:pt x="486" y="335"/>
                    <a:pt x="669" y="335"/>
                  </a:cubicBezTo>
                  <a:cubicBezTo>
                    <a:pt x="821" y="335"/>
                    <a:pt x="973" y="487"/>
                    <a:pt x="973" y="669"/>
                  </a:cubicBezTo>
                  <a:lnTo>
                    <a:pt x="973" y="699"/>
                  </a:lnTo>
                  <a:lnTo>
                    <a:pt x="1307" y="699"/>
                  </a:lnTo>
                  <a:lnTo>
                    <a:pt x="1307" y="669"/>
                  </a:lnTo>
                  <a:cubicBezTo>
                    <a:pt x="1307" y="304"/>
                    <a:pt x="1034" y="0"/>
                    <a:pt x="6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7136158" y="2623583"/>
              <a:ext cx="88550" cy="70832"/>
            </a:xfrm>
            <a:custGeom>
              <a:avLst/>
              <a:gdLst/>
              <a:ahLst/>
              <a:cxnLst/>
              <a:rect l="l" t="t" r="r" b="b"/>
              <a:pathLst>
                <a:path w="2129" h="1703" extrusionOk="0">
                  <a:moveTo>
                    <a:pt x="1095" y="457"/>
                  </a:moveTo>
                  <a:cubicBezTo>
                    <a:pt x="1247" y="457"/>
                    <a:pt x="1338" y="578"/>
                    <a:pt x="1338" y="700"/>
                  </a:cubicBezTo>
                  <a:cubicBezTo>
                    <a:pt x="1338" y="791"/>
                    <a:pt x="1308" y="882"/>
                    <a:pt x="1216" y="913"/>
                  </a:cubicBezTo>
                  <a:lnTo>
                    <a:pt x="1216" y="1277"/>
                  </a:lnTo>
                  <a:lnTo>
                    <a:pt x="943" y="1277"/>
                  </a:lnTo>
                  <a:lnTo>
                    <a:pt x="943" y="913"/>
                  </a:lnTo>
                  <a:cubicBezTo>
                    <a:pt x="882" y="852"/>
                    <a:pt x="852" y="791"/>
                    <a:pt x="852" y="700"/>
                  </a:cubicBezTo>
                  <a:cubicBezTo>
                    <a:pt x="852" y="578"/>
                    <a:pt x="973" y="457"/>
                    <a:pt x="1095" y="457"/>
                  </a:cubicBezTo>
                  <a:close/>
                  <a:moveTo>
                    <a:pt x="335" y="1"/>
                  </a:moveTo>
                  <a:cubicBezTo>
                    <a:pt x="152" y="1"/>
                    <a:pt x="1" y="153"/>
                    <a:pt x="1" y="305"/>
                  </a:cubicBezTo>
                  <a:lnTo>
                    <a:pt x="1" y="1399"/>
                  </a:lnTo>
                  <a:cubicBezTo>
                    <a:pt x="1" y="1551"/>
                    <a:pt x="152" y="1703"/>
                    <a:pt x="335" y="1703"/>
                  </a:cubicBezTo>
                  <a:lnTo>
                    <a:pt x="1824" y="1703"/>
                  </a:lnTo>
                  <a:cubicBezTo>
                    <a:pt x="2007" y="1703"/>
                    <a:pt x="2128" y="1551"/>
                    <a:pt x="2128" y="1399"/>
                  </a:cubicBezTo>
                  <a:lnTo>
                    <a:pt x="2128" y="305"/>
                  </a:lnTo>
                  <a:cubicBezTo>
                    <a:pt x="2128" y="153"/>
                    <a:pt x="2007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4" name="Google Shape;714;p51"/>
            <p:cNvSpPr/>
            <p:nvPr/>
          </p:nvSpPr>
          <p:spPr>
            <a:xfrm>
              <a:off x="7032509" y="2901712"/>
              <a:ext cx="1163134" cy="298426"/>
            </a:xfrm>
            <a:custGeom>
              <a:avLst/>
              <a:gdLst/>
              <a:ahLst/>
              <a:cxnLst/>
              <a:rect l="l" t="t" r="r" b="b"/>
              <a:pathLst>
                <a:path w="27965" h="7175" extrusionOk="0">
                  <a:moveTo>
                    <a:pt x="3587" y="1"/>
                  </a:moveTo>
                  <a:cubicBezTo>
                    <a:pt x="1611" y="1"/>
                    <a:pt x="0" y="1612"/>
                    <a:pt x="0" y="3587"/>
                  </a:cubicBezTo>
                  <a:cubicBezTo>
                    <a:pt x="0" y="5563"/>
                    <a:pt x="1611" y="7174"/>
                    <a:pt x="3587" y="7174"/>
                  </a:cubicBezTo>
                  <a:lnTo>
                    <a:pt x="24377" y="7174"/>
                  </a:lnTo>
                  <a:cubicBezTo>
                    <a:pt x="26353" y="7174"/>
                    <a:pt x="27964" y="5563"/>
                    <a:pt x="27964" y="3587"/>
                  </a:cubicBezTo>
                  <a:cubicBezTo>
                    <a:pt x="27964" y="1612"/>
                    <a:pt x="26353" y="1"/>
                    <a:pt x="2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5" name="Google Shape;715;p51"/>
            <p:cNvSpPr/>
            <p:nvPr/>
          </p:nvSpPr>
          <p:spPr>
            <a:xfrm>
              <a:off x="7079259" y="2943429"/>
              <a:ext cx="199810" cy="201058"/>
            </a:xfrm>
            <a:custGeom>
              <a:avLst/>
              <a:gdLst/>
              <a:ahLst/>
              <a:cxnLst/>
              <a:rect l="l" t="t" r="r" b="b"/>
              <a:pathLst>
                <a:path w="4804" h="4834" extrusionOk="0">
                  <a:moveTo>
                    <a:pt x="4803" y="2402"/>
                  </a:moveTo>
                  <a:cubicBezTo>
                    <a:pt x="4803" y="3739"/>
                    <a:pt x="3739" y="4834"/>
                    <a:pt x="2402" y="4834"/>
                  </a:cubicBezTo>
                  <a:cubicBezTo>
                    <a:pt x="1065" y="4834"/>
                    <a:pt x="1" y="3739"/>
                    <a:pt x="1" y="2402"/>
                  </a:cubicBezTo>
                  <a:cubicBezTo>
                    <a:pt x="1" y="1095"/>
                    <a:pt x="1065" y="1"/>
                    <a:pt x="2402" y="1"/>
                  </a:cubicBezTo>
                  <a:cubicBezTo>
                    <a:pt x="3739" y="1"/>
                    <a:pt x="4803" y="1095"/>
                    <a:pt x="4803" y="240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7153876" y="2980113"/>
              <a:ext cx="54403" cy="29115"/>
            </a:xfrm>
            <a:custGeom>
              <a:avLst/>
              <a:gdLst/>
              <a:ahLst/>
              <a:cxnLst/>
              <a:rect l="l" t="t" r="r" b="b"/>
              <a:pathLst>
                <a:path w="1308" h="700" extrusionOk="0">
                  <a:moveTo>
                    <a:pt x="669" y="0"/>
                  </a:moveTo>
                  <a:cubicBezTo>
                    <a:pt x="274" y="0"/>
                    <a:pt x="0" y="304"/>
                    <a:pt x="0" y="669"/>
                  </a:cubicBezTo>
                  <a:lnTo>
                    <a:pt x="0" y="699"/>
                  </a:lnTo>
                  <a:lnTo>
                    <a:pt x="334" y="699"/>
                  </a:lnTo>
                  <a:lnTo>
                    <a:pt x="334" y="669"/>
                  </a:lnTo>
                  <a:cubicBezTo>
                    <a:pt x="334" y="487"/>
                    <a:pt x="486" y="335"/>
                    <a:pt x="669" y="335"/>
                  </a:cubicBezTo>
                  <a:cubicBezTo>
                    <a:pt x="821" y="335"/>
                    <a:pt x="973" y="487"/>
                    <a:pt x="973" y="669"/>
                  </a:cubicBezTo>
                  <a:lnTo>
                    <a:pt x="973" y="699"/>
                  </a:lnTo>
                  <a:lnTo>
                    <a:pt x="1307" y="699"/>
                  </a:lnTo>
                  <a:lnTo>
                    <a:pt x="1307" y="669"/>
                  </a:lnTo>
                  <a:cubicBezTo>
                    <a:pt x="1307" y="304"/>
                    <a:pt x="1034" y="0"/>
                    <a:pt x="6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7136158" y="3018046"/>
              <a:ext cx="88550" cy="69543"/>
            </a:xfrm>
            <a:custGeom>
              <a:avLst/>
              <a:gdLst/>
              <a:ahLst/>
              <a:cxnLst/>
              <a:rect l="l" t="t" r="r" b="b"/>
              <a:pathLst>
                <a:path w="2129" h="1672" extrusionOk="0">
                  <a:moveTo>
                    <a:pt x="1095" y="426"/>
                  </a:moveTo>
                  <a:cubicBezTo>
                    <a:pt x="1247" y="426"/>
                    <a:pt x="1338" y="547"/>
                    <a:pt x="1338" y="699"/>
                  </a:cubicBezTo>
                  <a:cubicBezTo>
                    <a:pt x="1338" y="790"/>
                    <a:pt x="1308" y="851"/>
                    <a:pt x="1216" y="912"/>
                  </a:cubicBezTo>
                  <a:lnTo>
                    <a:pt x="1216" y="1246"/>
                  </a:lnTo>
                  <a:lnTo>
                    <a:pt x="943" y="1246"/>
                  </a:lnTo>
                  <a:lnTo>
                    <a:pt x="943" y="882"/>
                  </a:lnTo>
                  <a:cubicBezTo>
                    <a:pt x="882" y="851"/>
                    <a:pt x="852" y="760"/>
                    <a:pt x="852" y="699"/>
                  </a:cubicBezTo>
                  <a:cubicBezTo>
                    <a:pt x="852" y="547"/>
                    <a:pt x="973" y="426"/>
                    <a:pt x="1095" y="426"/>
                  </a:cubicBezTo>
                  <a:close/>
                  <a:moveTo>
                    <a:pt x="335" y="0"/>
                  </a:moveTo>
                  <a:cubicBezTo>
                    <a:pt x="152" y="0"/>
                    <a:pt x="1" y="122"/>
                    <a:pt x="1" y="304"/>
                  </a:cubicBezTo>
                  <a:lnTo>
                    <a:pt x="1" y="1368"/>
                  </a:lnTo>
                  <a:cubicBezTo>
                    <a:pt x="1" y="1550"/>
                    <a:pt x="152" y="1672"/>
                    <a:pt x="335" y="1672"/>
                  </a:cubicBezTo>
                  <a:lnTo>
                    <a:pt x="1824" y="1672"/>
                  </a:lnTo>
                  <a:cubicBezTo>
                    <a:pt x="2007" y="1672"/>
                    <a:pt x="2128" y="1550"/>
                    <a:pt x="2128" y="1368"/>
                  </a:cubicBezTo>
                  <a:lnTo>
                    <a:pt x="2128" y="304"/>
                  </a:lnTo>
                  <a:cubicBezTo>
                    <a:pt x="2128" y="122"/>
                    <a:pt x="2007" y="0"/>
                    <a:pt x="1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7357388" y="3325248"/>
              <a:ext cx="802860" cy="59436"/>
            </a:xfrm>
            <a:custGeom>
              <a:avLst/>
              <a:gdLst/>
              <a:ahLst/>
              <a:cxnLst/>
              <a:rect l="l" t="t" r="r" b="b"/>
              <a:pathLst>
                <a:path w="19303" h="1429" extrusionOk="0">
                  <a:moveTo>
                    <a:pt x="1" y="0"/>
                  </a:moveTo>
                  <a:lnTo>
                    <a:pt x="1" y="1429"/>
                  </a:lnTo>
                  <a:lnTo>
                    <a:pt x="19302" y="1429"/>
                  </a:lnTo>
                  <a:lnTo>
                    <a:pt x="193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7090655" y="3316389"/>
              <a:ext cx="170696" cy="80939"/>
            </a:xfrm>
            <a:custGeom>
              <a:avLst/>
              <a:gdLst/>
              <a:ahLst/>
              <a:cxnLst/>
              <a:rect l="l" t="t" r="r" b="b"/>
              <a:pathLst>
                <a:path w="4104" h="1946" extrusionOk="0">
                  <a:moveTo>
                    <a:pt x="3131" y="1946"/>
                  </a:moveTo>
                  <a:lnTo>
                    <a:pt x="973" y="1946"/>
                  </a:lnTo>
                  <a:cubicBezTo>
                    <a:pt x="456" y="1946"/>
                    <a:pt x="0" y="1520"/>
                    <a:pt x="0" y="973"/>
                  </a:cubicBezTo>
                  <a:lnTo>
                    <a:pt x="0" y="973"/>
                  </a:lnTo>
                  <a:cubicBezTo>
                    <a:pt x="0" y="456"/>
                    <a:pt x="456" y="0"/>
                    <a:pt x="973" y="0"/>
                  </a:cubicBezTo>
                  <a:lnTo>
                    <a:pt x="3131" y="0"/>
                  </a:lnTo>
                  <a:cubicBezTo>
                    <a:pt x="3678" y="0"/>
                    <a:pt x="4104" y="456"/>
                    <a:pt x="4104" y="973"/>
                  </a:cubicBezTo>
                  <a:lnTo>
                    <a:pt x="4104" y="973"/>
                  </a:lnTo>
                  <a:cubicBezTo>
                    <a:pt x="4104" y="1520"/>
                    <a:pt x="3678" y="1946"/>
                    <a:pt x="3131" y="1946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7194304" y="3332818"/>
              <a:ext cx="46833" cy="46833"/>
            </a:xfrm>
            <a:custGeom>
              <a:avLst/>
              <a:gdLst/>
              <a:ahLst/>
              <a:cxnLst/>
              <a:rect l="l" t="t" r="r" b="b"/>
              <a:pathLst>
                <a:path w="1126" h="1126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125"/>
                    <a:pt x="548" y="1125"/>
                  </a:cubicBezTo>
                  <a:cubicBezTo>
                    <a:pt x="852" y="1125"/>
                    <a:pt x="1125" y="852"/>
                    <a:pt x="1125" y="548"/>
                  </a:cubicBezTo>
                  <a:cubicBezTo>
                    <a:pt x="1125" y="244"/>
                    <a:pt x="852" y="1"/>
                    <a:pt x="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</p:grpSp>
      <p:grpSp>
        <p:nvGrpSpPr>
          <p:cNvPr id="2" name="Group 17">
            <a:extLst>
              <a:ext uri="{FF2B5EF4-FFF2-40B4-BE49-F238E27FC236}">
                <a16:creationId xmlns:a16="http://schemas.microsoft.com/office/drawing/2014/main" id="{292B5B13-C7B4-ACA7-3186-0751260B61CD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E376E6A5-8CB8-3CF7-1128-BFBF5261EB89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19">
              <a:extLst>
                <a:ext uri="{FF2B5EF4-FFF2-40B4-BE49-F238E27FC236}">
                  <a16:creationId xmlns:a16="http://schemas.microsoft.com/office/drawing/2014/main" id="{EE4129CF-1E08-FEE1-E6FF-3B2B875F5458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26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>
          <a:extLst>
            <a:ext uri="{FF2B5EF4-FFF2-40B4-BE49-F238E27FC236}">
              <a16:creationId xmlns:a16="http://schemas.microsoft.com/office/drawing/2014/main" id="{D1DAD40B-84B1-6769-EE7C-A5920933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8">
            <a:extLst>
              <a:ext uri="{FF2B5EF4-FFF2-40B4-BE49-F238E27FC236}">
                <a16:creationId xmlns:a16="http://schemas.microsoft.com/office/drawing/2014/main" id="{1465F951-AA93-1E14-BB45-7BFFC83AF2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99" y="539500"/>
            <a:ext cx="741069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noProof="0" dirty="0">
                <a:latin typeface="Garet Bold" panose="020B0604020202020204" charset="0"/>
                <a:cs typeface="Garet Bold" panose="020B0604020202020204" charset="0"/>
              </a:rPr>
              <a:t>Exposição do conteúdo através de exemplos</a:t>
            </a:r>
            <a:endParaRPr lang="pt-PT" b="1" noProof="0" dirty="0">
              <a:solidFill>
                <a:schemeClr val="accent5"/>
              </a:solidFill>
              <a:latin typeface="Garet Bold" panose="020B0604020202020204" charset="0"/>
              <a:cs typeface="Garet Bold" panose="020B0604020202020204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2ED713-D924-BB17-86FF-897CE3081E4A}"/>
              </a:ext>
            </a:extLst>
          </p:cNvPr>
          <p:cNvSpPr txBox="1"/>
          <p:nvPr/>
        </p:nvSpPr>
        <p:spPr>
          <a:xfrm>
            <a:off x="1087935" y="1695310"/>
            <a:ext cx="74486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Mostrar exemplos de conteúdo na página inicial de um website traz muitas vantagens. Ajuda a comunicar instantaneamente o propósito do website, revelar a variedade de produtos ou conteúdos oferecidos e despertar o interesse do utilizador com algo concreto. </a:t>
            </a:r>
          </a:p>
          <a:p>
            <a:pPr algn="l"/>
            <a:endParaRPr lang="pt-PT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pt-PT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A facilidade de navegação também é melhorada através de exemplos que mostram o que está por trás dos nomes abstratos das categorias, economizando tempo dos utilizadores e evitando cliques desnecessários. Implementar estas práticas melhora a experiência do utilizador e a satisfação com o website.</a:t>
            </a:r>
            <a:endParaRPr lang="pt-PT" noProof="0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F0EA3780-ABC6-DF52-06EE-BA1C726DF5BE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C0543420-12CA-1DEB-C6DB-D40DC8763155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19">
              <a:extLst>
                <a:ext uri="{FF2B5EF4-FFF2-40B4-BE49-F238E27FC236}">
                  <a16:creationId xmlns:a16="http://schemas.microsoft.com/office/drawing/2014/main" id="{63EB73FA-FAF3-D072-2D54-A6BFA4618B17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62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>
            <a:spLocks noGrp="1"/>
          </p:cNvSpPr>
          <p:nvPr>
            <p:ph type="title"/>
          </p:nvPr>
        </p:nvSpPr>
        <p:spPr>
          <a:xfrm>
            <a:off x="952350" y="539499"/>
            <a:ext cx="7239300" cy="962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noProof="0" dirty="0"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Apresentar o conteúdo do website, em vez de apenas descrevê-lo.</a:t>
            </a:r>
            <a:r>
              <a:rPr lang="pt-PT" b="1" i="0" noProof="0" dirty="0">
                <a:effectLst/>
                <a:latin typeface="Garet Bold" panose="020B0604020202020204" charset="0"/>
                <a:cs typeface="Garet Bold" panose="020B0604020202020204" charset="0"/>
              </a:rPr>
              <a:t> </a:t>
            </a:r>
            <a:endParaRPr lang="pt-PT" b="1" noProof="0" dirty="0">
              <a:latin typeface="Garet Bold" panose="020B0604020202020204" charset="0"/>
              <a:ea typeface="Ubuntu"/>
              <a:cs typeface="Garet Bold" panose="020B0604020202020204" charset="0"/>
              <a:sym typeface="Ubuntu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DA3C4D-D61A-CB76-2306-D52B5CD136B9}"/>
              </a:ext>
            </a:extLst>
          </p:cNvPr>
          <p:cNvSpPr txBox="1"/>
          <p:nvPr/>
        </p:nvSpPr>
        <p:spPr>
          <a:xfrm>
            <a:off x="899010" y="1873319"/>
            <a:ext cx="556710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noProof="0" dirty="0">
                <a:solidFill>
                  <a:schemeClr val="accent6"/>
                </a:solidFill>
              </a:rPr>
              <a:t>   Utilizar exemplos para revelar o conteúdo de um website é uma abordagem mais eficaz do que simplesmente descrevê-lo. Em vez de oferecer uma descrição genérica de uma categoria, apresentar itens específicos ou destaques pode ser muito mais envolvente e informativo. Isso permite que os utilizadores visualizem rapidamente o que está disponível, facilitando a navegação e a compreensão do que cada secção oferece.</a:t>
            </a:r>
          </a:p>
          <a:p>
            <a:pPr algn="just"/>
            <a:endParaRPr lang="pt-PT" noProof="0" dirty="0">
              <a:solidFill>
                <a:schemeClr val="accent6"/>
              </a:solidFill>
            </a:endParaRPr>
          </a:p>
          <a:p>
            <a:pPr algn="just"/>
            <a:r>
              <a:rPr lang="pt-PT" noProof="0" dirty="0">
                <a:solidFill>
                  <a:schemeClr val="accent6"/>
                </a:solidFill>
              </a:rPr>
              <a:t>   Mostrar imagens ou pequenos trechos do conteúdo em vez de apenas palavras ajuda a criar uma conexão mais imediata com os visitantes, permitindo que eles identifiquem rapidamente se estão no lugar certo. Esta estratégia é especialmente útil para aqueles que podem ter dificuldades com a linguagem do website.</a:t>
            </a:r>
          </a:p>
        </p:txBody>
      </p:sp>
      <p:pic>
        <p:nvPicPr>
          <p:cNvPr id="8" name="Imagem 7" descr="Uma imagem com texto, captura de ecrã, computador, design&#10;&#10;Os conteúdos gerados por IA poderão estar incorretos.">
            <a:extLst>
              <a:ext uri="{FF2B5EF4-FFF2-40B4-BE49-F238E27FC236}">
                <a16:creationId xmlns:a16="http://schemas.microsoft.com/office/drawing/2014/main" id="{D03B19F7-D1DE-7CAB-723D-EF6D7AFF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46" y="1957747"/>
            <a:ext cx="2646254" cy="2646254"/>
          </a:xfrm>
          <a:prstGeom prst="rect">
            <a:avLst/>
          </a:prstGeom>
        </p:spPr>
      </p:pic>
      <p:grpSp>
        <p:nvGrpSpPr>
          <p:cNvPr id="3" name="Group 17">
            <a:extLst>
              <a:ext uri="{FF2B5EF4-FFF2-40B4-BE49-F238E27FC236}">
                <a16:creationId xmlns:a16="http://schemas.microsoft.com/office/drawing/2014/main" id="{D2868DD4-9E8D-3D91-0D45-B29C029A899A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4" name="Freeform 18">
              <a:extLst>
                <a:ext uri="{FF2B5EF4-FFF2-40B4-BE49-F238E27FC236}">
                  <a16:creationId xmlns:a16="http://schemas.microsoft.com/office/drawing/2014/main" id="{2A4C3B98-B6CE-3AA1-7C04-99759F13A6D8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19">
              <a:extLst>
                <a:ext uri="{FF2B5EF4-FFF2-40B4-BE49-F238E27FC236}">
                  <a16:creationId xmlns:a16="http://schemas.microsoft.com/office/drawing/2014/main" id="{05D7FEC0-0E2A-E46C-BAA0-06072A41077E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/>
          <p:cNvSpPr/>
          <p:nvPr/>
        </p:nvSpPr>
        <p:spPr>
          <a:xfrm>
            <a:off x="4836700" y="-351180"/>
            <a:ext cx="2578703" cy="1222776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ECCE186-CAD3-BC5D-7075-87150B591AB3}"/>
              </a:ext>
            </a:extLst>
          </p:cNvPr>
          <p:cNvSpPr txBox="1"/>
          <p:nvPr/>
        </p:nvSpPr>
        <p:spPr>
          <a:xfrm>
            <a:off x="2884319" y="3527160"/>
            <a:ext cx="2860938" cy="735747"/>
          </a:xfrm>
          <a:prstGeom prst="flowChartConnector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pt-PT" noProof="0" dirty="0">
                <a:solidFill>
                  <a:schemeClr val="accent6"/>
                </a:solidFill>
              </a:rPr>
              <a:t>Ícones representativos </a:t>
            </a:r>
          </a:p>
          <a:p>
            <a:pPr algn="ctr"/>
            <a:r>
              <a:rPr lang="pt-PT" noProof="0" dirty="0">
                <a:solidFill>
                  <a:schemeClr val="accent6"/>
                </a:solidFill>
              </a:rPr>
              <a:t>de cada plataforma.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22622F-31A2-D1C7-0ED5-768D4AAB0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477" y="1866253"/>
            <a:ext cx="4823878" cy="6553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800D5D4B-7420-819A-08B3-C781A4114F38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314789" y="2555971"/>
            <a:ext cx="0" cy="787925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297047E-B226-58F2-1511-FF62A1EC4668}"/>
              </a:ext>
            </a:extLst>
          </p:cNvPr>
          <p:cNvSpPr/>
          <p:nvPr/>
        </p:nvSpPr>
        <p:spPr>
          <a:xfrm>
            <a:off x="2260477" y="1831910"/>
            <a:ext cx="4108623" cy="724061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0" name="Google Shape;531;p47">
            <a:extLst>
              <a:ext uri="{FF2B5EF4-FFF2-40B4-BE49-F238E27FC236}">
                <a16:creationId xmlns:a16="http://schemas.microsoft.com/office/drawing/2014/main" id="{D6B9CA10-2351-7894-2B32-9698289FE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50" y="539499"/>
            <a:ext cx="7239300" cy="962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noProof="0" dirty="0">
                <a:solidFill>
                  <a:schemeClr val="accent6"/>
                </a:solidFill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Apresentar o conteúdo do website, em vez de apenas descrevê-lo.</a:t>
            </a:r>
            <a:r>
              <a:rPr lang="pt-PT" b="1" i="0" noProof="0" dirty="0">
                <a:solidFill>
                  <a:schemeClr val="accent6"/>
                </a:solidFill>
                <a:effectLst/>
                <a:latin typeface="Garet Bold" panose="020B0604020202020204" charset="0"/>
                <a:cs typeface="Garet Bold" panose="020B0604020202020204" charset="0"/>
              </a:rPr>
              <a:t> </a:t>
            </a:r>
            <a:endParaRPr lang="pt-PT" b="1" noProof="0" dirty="0">
              <a:solidFill>
                <a:schemeClr val="accent6"/>
              </a:solidFill>
              <a:latin typeface="Garet Bold" panose="020B0604020202020204" charset="0"/>
              <a:ea typeface="Ubuntu"/>
              <a:cs typeface="Garet Bold" panose="020B0604020202020204" charset="0"/>
              <a:sym typeface="Ubuntu"/>
            </a:endParaRP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D9D07246-60B6-8A6F-C9E3-FCEABF08B9A9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CF9BAF6D-0034-008A-C80B-AF89B3F58956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19">
              <a:extLst>
                <a:ext uri="{FF2B5EF4-FFF2-40B4-BE49-F238E27FC236}">
                  <a16:creationId xmlns:a16="http://schemas.microsoft.com/office/drawing/2014/main" id="{6CF2D124-1C12-D93B-0060-0B4C8C9306C4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>
          <a:extLst>
            <a:ext uri="{FF2B5EF4-FFF2-40B4-BE49-F238E27FC236}">
              <a16:creationId xmlns:a16="http://schemas.microsoft.com/office/drawing/2014/main" id="{DE3469A6-C0C2-7BC0-507A-6723C2D7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>
            <a:extLst>
              <a:ext uri="{FF2B5EF4-FFF2-40B4-BE49-F238E27FC236}">
                <a16:creationId xmlns:a16="http://schemas.microsoft.com/office/drawing/2014/main" id="{95FFD621-412D-509C-5B68-6D92796E9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50" y="539500"/>
            <a:ext cx="7239300" cy="783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noProof="0" dirty="0"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Utilizar páginas detalhadas de um tema, em vez de uma página de categoria geral.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6447A53-0931-AE94-9333-B3AA7C323D25}"/>
              </a:ext>
            </a:extLst>
          </p:cNvPr>
          <p:cNvSpPr txBox="1"/>
          <p:nvPr/>
        </p:nvSpPr>
        <p:spPr>
          <a:xfrm>
            <a:off x="899010" y="1896871"/>
            <a:ext cx="510337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noProof="0" dirty="0">
                <a:solidFill>
                  <a:schemeClr val="accent6"/>
                </a:solidFill>
              </a:rPr>
              <a:t>   Para cada item apresentado no website, é fundamental que haja um link que direcione diretamente à página detalhada desse item específico. Isso significa que, ao clicar em um item, o utilizador deve ser levado imediatamente a informações completas e relevantes, em vez de ser redirecionado para uma página de categoria geral da qual o item faz parte.</a:t>
            </a:r>
          </a:p>
          <a:p>
            <a:pPr algn="just"/>
            <a:r>
              <a:rPr lang="pt-PT" dirty="0">
                <a:solidFill>
                  <a:schemeClr val="accent6"/>
                </a:solidFill>
              </a:rPr>
              <a:t>  </a:t>
            </a:r>
          </a:p>
          <a:p>
            <a:pPr algn="just"/>
            <a:r>
              <a:rPr lang="pt-PT" dirty="0">
                <a:solidFill>
                  <a:schemeClr val="accent6"/>
                </a:solidFill>
              </a:rPr>
              <a:t>   </a:t>
            </a:r>
            <a:r>
              <a:rPr lang="pt-PT" noProof="0" dirty="0">
                <a:solidFill>
                  <a:schemeClr val="accent6"/>
                </a:solidFill>
              </a:rPr>
              <a:t>Esta abordagem não apenas melhora a experiência do utilizador, mas também facilita a navegação, permitindo que os visitantes encontrem rapidamente o que estão à procura sem a frustração de ter que procurar novamente em uma segunda página.</a:t>
            </a:r>
          </a:p>
        </p:txBody>
      </p:sp>
      <p:pic>
        <p:nvPicPr>
          <p:cNvPr id="6" name="Imagem 5" descr="Uma imagem com texto, captura de ecrã, design&#10;&#10;Os conteúdos gerados por IA poderão estar incorretos.">
            <a:extLst>
              <a:ext uri="{FF2B5EF4-FFF2-40B4-BE49-F238E27FC236}">
                <a16:creationId xmlns:a16="http://schemas.microsoft.com/office/drawing/2014/main" id="{516B4A1D-4A2D-AEF2-CA4A-A68E2F77E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232" y="1587142"/>
            <a:ext cx="3340826" cy="3340826"/>
          </a:xfrm>
          <a:prstGeom prst="rect">
            <a:avLst/>
          </a:prstGeom>
        </p:spPr>
      </p:pic>
      <p:grpSp>
        <p:nvGrpSpPr>
          <p:cNvPr id="3" name="Group 17">
            <a:extLst>
              <a:ext uri="{FF2B5EF4-FFF2-40B4-BE49-F238E27FC236}">
                <a16:creationId xmlns:a16="http://schemas.microsoft.com/office/drawing/2014/main" id="{9612129A-F9A8-0FB2-2A85-84FEEFE179D1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4" name="Freeform 18">
              <a:extLst>
                <a:ext uri="{FF2B5EF4-FFF2-40B4-BE49-F238E27FC236}">
                  <a16:creationId xmlns:a16="http://schemas.microsoft.com/office/drawing/2014/main" id="{CEA8B274-B4D3-DD3B-F5C1-4ECE6BEEDCFB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19">
              <a:extLst>
                <a:ext uri="{FF2B5EF4-FFF2-40B4-BE49-F238E27FC236}">
                  <a16:creationId xmlns:a16="http://schemas.microsoft.com/office/drawing/2014/main" id="{E1AF4F11-2866-060B-7545-5002B1E7E299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2573319"/>
      </p:ext>
    </p:extLst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04F289E5-9F1F-D9A3-169F-A92B5B6E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>
            <a:extLst>
              <a:ext uri="{FF2B5EF4-FFF2-40B4-BE49-F238E27FC236}">
                <a16:creationId xmlns:a16="http://schemas.microsoft.com/office/drawing/2014/main" id="{116BF43F-C933-BE1D-2114-FBD3C7AE5B1C}"/>
              </a:ext>
            </a:extLst>
          </p:cNvPr>
          <p:cNvSpPr/>
          <p:nvPr/>
        </p:nvSpPr>
        <p:spPr>
          <a:xfrm>
            <a:off x="4836700" y="-351180"/>
            <a:ext cx="2578703" cy="1222776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pic>
        <p:nvPicPr>
          <p:cNvPr id="4" name="20250302-1754-45.8619416">
            <a:hlinkClick r:id="" action="ppaction://media"/>
            <a:extLst>
              <a:ext uri="{FF2B5EF4-FFF2-40B4-BE49-F238E27FC236}">
                <a16:creationId xmlns:a16="http://schemas.microsoft.com/office/drawing/2014/main" id="{EC868375-6B10-FB08-9770-E09B3651EE4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075.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61484" y="3313650"/>
            <a:ext cx="7048070" cy="12903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839E100-C5CA-4BFB-2A4E-CAEE26B2BD75}"/>
              </a:ext>
            </a:extLst>
          </p:cNvPr>
          <p:cNvSpPr/>
          <p:nvPr/>
        </p:nvSpPr>
        <p:spPr>
          <a:xfrm>
            <a:off x="2023912" y="3168048"/>
            <a:ext cx="2106128" cy="566303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A9439CA5-F72D-BC18-4466-A360BCCCD91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076976" y="2795770"/>
            <a:ext cx="0" cy="372278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16DA838C-00C4-D8A2-9C36-D0349F44D3A7}"/>
              </a:ext>
            </a:extLst>
          </p:cNvPr>
          <p:cNvSpPr txBox="1"/>
          <p:nvPr/>
        </p:nvSpPr>
        <p:spPr>
          <a:xfrm>
            <a:off x="1762173" y="1783457"/>
            <a:ext cx="2594070" cy="1038701"/>
          </a:xfrm>
          <a:prstGeom prst="flowChartConnector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accent6"/>
                </a:solidFill>
              </a:rPr>
              <a:t>Link direto para os jogos específicos de cada plataforma </a:t>
            </a:r>
          </a:p>
        </p:txBody>
      </p:sp>
      <p:sp>
        <p:nvSpPr>
          <p:cNvPr id="3" name="Google Shape;531;p47">
            <a:extLst>
              <a:ext uri="{FF2B5EF4-FFF2-40B4-BE49-F238E27FC236}">
                <a16:creationId xmlns:a16="http://schemas.microsoft.com/office/drawing/2014/main" id="{A9FD16BE-2547-C6E2-8788-1172DC287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49" y="539500"/>
            <a:ext cx="7817881" cy="783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noProof="0" dirty="0">
                <a:solidFill>
                  <a:schemeClr val="accent6"/>
                </a:solidFill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Utilizar páginas detalhadas de um tema, em vez de uma página de categoria geral.</a:t>
            </a:r>
          </a:p>
        </p:txBody>
      </p:sp>
      <p:grpSp>
        <p:nvGrpSpPr>
          <p:cNvPr id="5" name="Group 17">
            <a:extLst>
              <a:ext uri="{FF2B5EF4-FFF2-40B4-BE49-F238E27FC236}">
                <a16:creationId xmlns:a16="http://schemas.microsoft.com/office/drawing/2014/main" id="{A61DEC70-DA07-8950-7848-99723E5B567A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6EB031D4-350F-7056-F82E-B971C7F4A42D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19">
              <a:extLst>
                <a:ext uri="{FF2B5EF4-FFF2-40B4-BE49-F238E27FC236}">
                  <a16:creationId xmlns:a16="http://schemas.microsoft.com/office/drawing/2014/main" id="{D69D0CF7-EC06-FF08-5FE2-66D1241E9901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7737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>
          <a:extLst>
            <a:ext uri="{FF2B5EF4-FFF2-40B4-BE49-F238E27FC236}">
              <a16:creationId xmlns:a16="http://schemas.microsoft.com/office/drawing/2014/main" id="{49D7484F-DB90-F02D-651C-AC0A7103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>
            <a:extLst>
              <a:ext uri="{FF2B5EF4-FFF2-40B4-BE49-F238E27FC236}">
                <a16:creationId xmlns:a16="http://schemas.microsoft.com/office/drawing/2014/main" id="{BB6F1AF7-E077-544A-0F1D-EEDD36C2B1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50" y="539500"/>
            <a:ext cx="7239300" cy="1083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L</a:t>
            </a:r>
            <a:r>
              <a:rPr lang="pt-PT" b="1" noProof="0" dirty="0" err="1"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ink</a:t>
            </a:r>
            <a:r>
              <a:rPr lang="pt-PT" b="1" noProof="0" dirty="0"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 para a categoria mais ampla ao lado do produto/serviço específico.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21AE01-FEDC-E441-125A-F8F9857D3B38}"/>
              </a:ext>
            </a:extLst>
          </p:cNvPr>
          <p:cNvSpPr txBox="1"/>
          <p:nvPr/>
        </p:nvSpPr>
        <p:spPr>
          <a:xfrm>
            <a:off x="899010" y="1920423"/>
            <a:ext cx="546913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noProof="0" dirty="0">
                <a:solidFill>
                  <a:schemeClr val="accent6"/>
                </a:solidFill>
              </a:rPr>
              <a:t>   Ao destacar um produto, serviço ou artigo específico na página inicial, é fundamental garantir que o restante da página comunique de forma eficaz a gama completa de ofertas disponíveis no website. Isto é especialmente importante se o negócio não se limita a um único produto. </a:t>
            </a:r>
          </a:p>
          <a:p>
            <a:pPr algn="just"/>
            <a:endParaRPr lang="pt-PT" noProof="0" dirty="0">
              <a:solidFill>
                <a:schemeClr val="accent6"/>
              </a:solidFill>
            </a:endParaRPr>
          </a:p>
          <a:p>
            <a:pPr algn="just"/>
            <a:r>
              <a:rPr lang="pt-PT" dirty="0">
                <a:solidFill>
                  <a:schemeClr val="accent6"/>
                </a:solidFill>
              </a:rPr>
              <a:t>   </a:t>
            </a:r>
            <a:r>
              <a:rPr lang="pt-PT" noProof="0" dirty="0">
                <a:solidFill>
                  <a:schemeClr val="accent6"/>
                </a:solidFill>
              </a:rPr>
              <a:t>Os utilizadores podem assumir erradamente que a funcionalidade em destaque representa a totalidade do que estamos a oferecer. Para evitar esta perceção equivocada, incluir links ou secções claras que orientem os utilizadores a explorar categorias ou opções adicionais disponíveis no website.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8AF64D2-1E59-91F6-0281-072EDF173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8143" y="1920423"/>
            <a:ext cx="2462213" cy="2462213"/>
          </a:xfrm>
          <a:prstGeom prst="rect">
            <a:avLst/>
          </a:prstGeom>
        </p:spPr>
      </p:pic>
      <p:grpSp>
        <p:nvGrpSpPr>
          <p:cNvPr id="2" name="Group 17">
            <a:extLst>
              <a:ext uri="{FF2B5EF4-FFF2-40B4-BE49-F238E27FC236}">
                <a16:creationId xmlns:a16="http://schemas.microsoft.com/office/drawing/2014/main" id="{C2347E55-DC93-37BB-26A9-FC74B8B3E7E6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5541F202-0444-84D6-11C6-4ADB17320B8A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19">
              <a:extLst>
                <a:ext uri="{FF2B5EF4-FFF2-40B4-BE49-F238E27FC236}">
                  <a16:creationId xmlns:a16="http://schemas.microsoft.com/office/drawing/2014/main" id="{C16A6309-C999-E0AC-6CD5-751A597D258B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3172046"/>
      </p:ext>
    </p:extLst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382E3656-C073-06EA-DA8E-080AFB29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>
            <a:extLst>
              <a:ext uri="{FF2B5EF4-FFF2-40B4-BE49-F238E27FC236}">
                <a16:creationId xmlns:a16="http://schemas.microsoft.com/office/drawing/2014/main" id="{187D9BEF-0D5A-0791-17A1-442B7AE9CE5A}"/>
              </a:ext>
            </a:extLst>
          </p:cNvPr>
          <p:cNvSpPr/>
          <p:nvPr/>
        </p:nvSpPr>
        <p:spPr>
          <a:xfrm>
            <a:off x="4836700" y="-351180"/>
            <a:ext cx="2578703" cy="1222776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pic>
        <p:nvPicPr>
          <p:cNvPr id="4" name="Imagem 3" descr="Uma imagem com texto, captura de ecrã, Website, Página web&#10;&#10;Os conteúdos gerados por IA poderão estar incorretos.">
            <a:extLst>
              <a:ext uri="{FF2B5EF4-FFF2-40B4-BE49-F238E27FC236}">
                <a16:creationId xmlns:a16="http://schemas.microsoft.com/office/drawing/2014/main" id="{4F71C6B7-77FA-FECC-AD93-593B602AF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61" y="1822782"/>
            <a:ext cx="4574708" cy="283153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94309CF-AD3D-DA91-F702-AF3CD8076B48}"/>
              </a:ext>
            </a:extLst>
          </p:cNvPr>
          <p:cNvSpPr/>
          <p:nvPr/>
        </p:nvSpPr>
        <p:spPr>
          <a:xfrm>
            <a:off x="1355554" y="2157381"/>
            <a:ext cx="4057427" cy="712718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E19DB121-FD11-4B49-1455-FF79451E089F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412981" y="2513740"/>
            <a:ext cx="1044551" cy="472762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3B73035-8C8F-E978-5E85-76E15395F350}"/>
              </a:ext>
            </a:extLst>
          </p:cNvPr>
          <p:cNvSpPr txBox="1"/>
          <p:nvPr/>
        </p:nvSpPr>
        <p:spPr>
          <a:xfrm>
            <a:off x="6457532" y="2315674"/>
            <a:ext cx="2041377" cy="1341656"/>
          </a:xfrm>
          <a:prstGeom prst="ellipse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0" i="0" dirty="0">
                <a:solidFill>
                  <a:srgbClr val="F8FAFF"/>
                </a:solidFill>
                <a:effectLst/>
                <a:latin typeface="Inter"/>
              </a:rPr>
              <a:t>Amplitude do website com links para mais categorias.</a:t>
            </a:r>
            <a:endParaRPr lang="pt-PT" noProof="0" dirty="0">
              <a:solidFill>
                <a:schemeClr val="accent6"/>
              </a:solidFill>
            </a:endParaRPr>
          </a:p>
        </p:txBody>
      </p:sp>
      <p:sp>
        <p:nvSpPr>
          <p:cNvPr id="2" name="Google Shape;531;p47">
            <a:extLst>
              <a:ext uri="{FF2B5EF4-FFF2-40B4-BE49-F238E27FC236}">
                <a16:creationId xmlns:a16="http://schemas.microsoft.com/office/drawing/2014/main" id="{DE94D0AD-7A6C-7B26-7950-AF18EA6B8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50" y="539500"/>
            <a:ext cx="7239300" cy="1083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accent6"/>
                </a:solidFill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L</a:t>
            </a:r>
            <a:r>
              <a:rPr lang="pt-PT" b="1" noProof="0" dirty="0" err="1">
                <a:solidFill>
                  <a:schemeClr val="accent6"/>
                </a:solidFill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ink</a:t>
            </a:r>
            <a:r>
              <a:rPr lang="pt-PT" b="1" noProof="0" dirty="0">
                <a:solidFill>
                  <a:schemeClr val="accent6"/>
                </a:solidFill>
                <a:latin typeface="Garet Bold" panose="020B0604020202020204" charset="0"/>
                <a:ea typeface="Ubuntu"/>
                <a:cs typeface="Garet Bold" panose="020B0604020202020204" charset="0"/>
                <a:sym typeface="Ubuntu"/>
              </a:rPr>
              <a:t> para a categoria mais ampla ao lado do produto/serviço específico.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89F27B25-9542-678C-D63F-B733EE6F991C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0633B6F3-49A5-5EDB-87CE-DB2BC0C27452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19">
              <a:extLst>
                <a:ext uri="{FF2B5EF4-FFF2-40B4-BE49-F238E27FC236}">
                  <a16:creationId xmlns:a16="http://schemas.microsoft.com/office/drawing/2014/main" id="{9D280A64-1DCD-1651-09A4-A56A03363CA8}"/>
                </a:ext>
              </a:extLst>
            </p:cNvPr>
            <p:cNvSpPr txBox="1"/>
            <p:nvPr/>
          </p:nvSpPr>
          <p:spPr>
            <a:xfrm>
              <a:off x="69943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644304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>
          <a:extLst>
            <a:ext uri="{FF2B5EF4-FFF2-40B4-BE49-F238E27FC236}">
              <a16:creationId xmlns:a16="http://schemas.microsoft.com/office/drawing/2014/main" id="{D4884F3F-D5D2-2D2D-4A05-1ED10DC1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>
            <a:extLst>
              <a:ext uri="{FF2B5EF4-FFF2-40B4-BE49-F238E27FC236}">
                <a16:creationId xmlns:a16="http://schemas.microsoft.com/office/drawing/2014/main" id="{64A86618-CBB2-8B76-F3EA-E2C533D989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50" y="519907"/>
            <a:ext cx="7239300" cy="55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b="1" dirty="0">
                <a:latin typeface="Garet Bold"/>
                <a:sym typeface="Ubuntu"/>
              </a:rPr>
              <a:t>Importância e clareza dos links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D2F922-62D0-FB8C-76BB-75061EF2BE3A}"/>
              </a:ext>
            </a:extLst>
          </p:cNvPr>
          <p:cNvSpPr txBox="1"/>
          <p:nvPr/>
        </p:nvSpPr>
        <p:spPr>
          <a:xfrm>
            <a:off x="4376056" y="1810297"/>
            <a:ext cx="4114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É fundamental garantir que os utilizadores possam distinguir facilmente quais links fornecem informações adicionais sobre exemplos específicos e quais links direcionam para informações gerais sobre a categoria como um todo. Para alcançar essa clareza, é importante considerar tanto a redação dos links quanto a sua disposição visual na página.</a:t>
            </a:r>
          </a:p>
        </p:txBody>
      </p:sp>
      <p:pic>
        <p:nvPicPr>
          <p:cNvPr id="4" name="Imagem 3" descr="Uma imagem com texto, captura de ecrã, design&#10;&#10;Os conteúdos gerados por IA poderão estar incorretos.">
            <a:extLst>
              <a:ext uri="{FF2B5EF4-FFF2-40B4-BE49-F238E27FC236}">
                <a16:creationId xmlns:a16="http://schemas.microsoft.com/office/drawing/2014/main" id="{AC311944-7ECC-4CEE-E760-801902E5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50" y="1341550"/>
            <a:ext cx="3210197" cy="3210197"/>
          </a:xfrm>
          <a:prstGeom prst="rect">
            <a:avLst/>
          </a:prstGeom>
        </p:spPr>
      </p:pic>
      <p:grpSp>
        <p:nvGrpSpPr>
          <p:cNvPr id="2" name="Group 17">
            <a:extLst>
              <a:ext uri="{FF2B5EF4-FFF2-40B4-BE49-F238E27FC236}">
                <a16:creationId xmlns:a16="http://schemas.microsoft.com/office/drawing/2014/main" id="{12C3C422-A1F0-FCED-94CD-6A30F5114CE8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15001413-77B0-E24D-B9AE-0EA6EF24F36A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19">
              <a:extLst>
                <a:ext uri="{FF2B5EF4-FFF2-40B4-BE49-F238E27FC236}">
                  <a16:creationId xmlns:a16="http://schemas.microsoft.com/office/drawing/2014/main" id="{B405C08D-4079-3EF0-BD96-4276D8F158E7}"/>
                </a:ext>
              </a:extLst>
            </p:cNvPr>
            <p:cNvSpPr txBox="1"/>
            <p:nvPr/>
          </p:nvSpPr>
          <p:spPr>
            <a:xfrm>
              <a:off x="85430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2266080"/>
      </p:ext>
    </p:extLst>
  </p:cSld>
  <p:clrMapOvr>
    <a:masterClrMapping/>
  </p:clrMapOvr>
  <p:transition spd="med"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798254D7-77FC-6AD4-0C63-978BF67A9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>
            <a:extLst>
              <a:ext uri="{FF2B5EF4-FFF2-40B4-BE49-F238E27FC236}">
                <a16:creationId xmlns:a16="http://schemas.microsoft.com/office/drawing/2014/main" id="{73E219A6-3FD6-D87C-B32F-57D6253DBE95}"/>
              </a:ext>
            </a:extLst>
          </p:cNvPr>
          <p:cNvSpPr/>
          <p:nvPr/>
        </p:nvSpPr>
        <p:spPr>
          <a:xfrm>
            <a:off x="4836700" y="-351180"/>
            <a:ext cx="2578703" cy="1222776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8609B2-AD58-C10A-0266-7E83DA39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50" y="1467128"/>
            <a:ext cx="3549058" cy="19806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Google Shape;531;p47">
            <a:extLst>
              <a:ext uri="{FF2B5EF4-FFF2-40B4-BE49-F238E27FC236}">
                <a16:creationId xmlns:a16="http://schemas.microsoft.com/office/drawing/2014/main" id="{D769C464-35A2-66AF-D371-D3CA89855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50" y="519907"/>
            <a:ext cx="7239300" cy="55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pt-PT" b="1" dirty="0">
                <a:solidFill>
                  <a:schemeClr val="accent6"/>
                </a:solidFill>
                <a:latin typeface="Garet Bold"/>
                <a:sym typeface="Ubuntu"/>
              </a:rPr>
              <a:t>Importância e clareza dos links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38EEC4-9C13-9FD3-DA1A-0188B47A8E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56"/>
          <a:stretch/>
        </p:blipFill>
        <p:spPr>
          <a:xfrm>
            <a:off x="4642594" y="1467129"/>
            <a:ext cx="4298674" cy="19806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6D39FB3-D6C0-CA63-2D6C-B2C7FAFB274F}"/>
              </a:ext>
            </a:extLst>
          </p:cNvPr>
          <p:cNvSpPr/>
          <p:nvPr/>
        </p:nvSpPr>
        <p:spPr>
          <a:xfrm>
            <a:off x="2150725" y="2121641"/>
            <a:ext cx="1066361" cy="192303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67DF9EA9-C5DF-E7E1-9537-E5555396EA31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2683905" y="2313944"/>
            <a:ext cx="1" cy="1309449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7E4143-8FA7-9212-9414-1970081A5ABC}"/>
              </a:ext>
            </a:extLst>
          </p:cNvPr>
          <p:cNvSpPr txBox="1"/>
          <p:nvPr/>
        </p:nvSpPr>
        <p:spPr>
          <a:xfrm>
            <a:off x="1386870" y="3687743"/>
            <a:ext cx="2594070" cy="1038701"/>
          </a:xfrm>
          <a:prstGeom prst="flowChartConnector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accent6"/>
                </a:solidFill>
              </a:rPr>
              <a:t>Link para a página  </a:t>
            </a:r>
            <a:r>
              <a:rPr lang="pt-PT">
                <a:solidFill>
                  <a:schemeClr val="accent6"/>
                </a:solidFill>
              </a:rPr>
              <a:t>sobre a presença </a:t>
            </a:r>
            <a:r>
              <a:rPr lang="pt-PT" dirty="0">
                <a:solidFill>
                  <a:schemeClr val="accent6"/>
                </a:solidFill>
              </a:rPr>
              <a:t>da ONU em Portugal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39E438-9F80-DC4C-E407-1FC1BC8DEE1E}"/>
              </a:ext>
            </a:extLst>
          </p:cNvPr>
          <p:cNvSpPr/>
          <p:nvPr/>
        </p:nvSpPr>
        <p:spPr>
          <a:xfrm>
            <a:off x="6027470" y="1761222"/>
            <a:ext cx="1254359" cy="207570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118FDCD2-9369-DB7C-B6F0-02989779ADD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6654649" y="1968792"/>
            <a:ext cx="1" cy="1654601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8910719-0C41-F55C-9FAB-587B5E2A7C24}"/>
              </a:ext>
            </a:extLst>
          </p:cNvPr>
          <p:cNvSpPr txBox="1"/>
          <p:nvPr/>
        </p:nvSpPr>
        <p:spPr>
          <a:xfrm>
            <a:off x="5126318" y="3685846"/>
            <a:ext cx="3056661" cy="1341656"/>
          </a:xfrm>
          <a:prstGeom prst="flowChartConnector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accent6"/>
                </a:solidFill>
              </a:rPr>
              <a:t>Apesar de a aparência ser igual a ONU Portugal não tem nenhuma página associada</a:t>
            </a:r>
          </a:p>
        </p:txBody>
      </p:sp>
      <p:grpSp>
        <p:nvGrpSpPr>
          <p:cNvPr id="8" name="Group 17">
            <a:extLst>
              <a:ext uri="{FF2B5EF4-FFF2-40B4-BE49-F238E27FC236}">
                <a16:creationId xmlns:a16="http://schemas.microsoft.com/office/drawing/2014/main" id="{3A1F8400-8DCD-951B-F514-17FEC6249B8F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E374DCFD-6292-59FF-8176-05FB09857C7F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9">
              <a:extLst>
                <a:ext uri="{FF2B5EF4-FFF2-40B4-BE49-F238E27FC236}">
                  <a16:creationId xmlns:a16="http://schemas.microsoft.com/office/drawing/2014/main" id="{147F2E03-718A-445B-D5AE-F735A4FB064B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037240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8"/>
          <p:cNvSpPr txBox="1">
            <a:spLocks noGrp="1"/>
          </p:cNvSpPr>
          <p:nvPr>
            <p:ph type="title"/>
          </p:nvPr>
        </p:nvSpPr>
        <p:spPr>
          <a:xfrm>
            <a:off x="952400" y="472760"/>
            <a:ext cx="67182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noProof="0" dirty="0">
                <a:latin typeface="Garet Bold"/>
              </a:rPr>
              <a:t>Título de janelas</a:t>
            </a:r>
            <a:endParaRPr lang="pt-PT" b="1" noProof="0" dirty="0">
              <a:solidFill>
                <a:schemeClr val="accent5"/>
              </a:solidFill>
              <a:latin typeface="Garet Bold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B8C8378-60D3-A59D-2ECA-BB8CA349BA73}"/>
              </a:ext>
            </a:extLst>
          </p:cNvPr>
          <p:cNvSpPr txBox="1"/>
          <p:nvPr/>
        </p:nvSpPr>
        <p:spPr>
          <a:xfrm>
            <a:off x="1161354" y="1481804"/>
            <a:ext cx="7842481" cy="217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Identificação Rápida e Eficiente</a:t>
            </a:r>
          </a:p>
          <a:p>
            <a:pPr marL="342900" indent="-342900">
              <a:lnSpc>
                <a:spcPct val="20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Melhor experiência do utilizador</a:t>
            </a:r>
          </a:p>
          <a:p>
            <a:pPr marL="342900" indent="-342900">
              <a:lnSpc>
                <a:spcPct val="20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SEO (Otimização para Motores de Busca)</a:t>
            </a:r>
          </a:p>
          <a:p>
            <a:pPr marL="342900" indent="-342900">
              <a:lnSpc>
                <a:spcPct val="20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Acessibilidade (leitores de texto)</a:t>
            </a:r>
          </a:p>
          <a:p>
            <a:pPr marL="342900" indent="-342900">
              <a:lnSpc>
                <a:spcPct val="20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Facilidade para encontrar páginas no histórico</a:t>
            </a:r>
          </a:p>
        </p:txBody>
      </p:sp>
      <p:grpSp>
        <p:nvGrpSpPr>
          <p:cNvPr id="27" name="Group 17">
            <a:extLst>
              <a:ext uri="{FF2B5EF4-FFF2-40B4-BE49-F238E27FC236}">
                <a16:creationId xmlns:a16="http://schemas.microsoft.com/office/drawing/2014/main" id="{56EC8F2A-A090-98F4-E8BE-0C3E2EF69C34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F034C7AA-129E-2EC4-CA01-85E95A13D59A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{3FCFD678-DDF0-E28F-37D8-63F5C6ADF19E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12</a:t>
              </a:r>
            </a:p>
          </p:txBody>
        </p:sp>
      </p:grpSp>
      <p:pic>
        <p:nvPicPr>
          <p:cNvPr id="31" name="Imagem 30" descr="Uma imagem com texto, captura de ecrã, Retângulo, ecrã&#10;&#10;Os conteúdos gerados por IA poderão estar incorretos.">
            <a:extLst>
              <a:ext uri="{FF2B5EF4-FFF2-40B4-BE49-F238E27FC236}">
                <a16:creationId xmlns:a16="http://schemas.microsoft.com/office/drawing/2014/main" id="{DC60A346-49E6-B381-FCAB-A40C409F6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268" y="1353152"/>
            <a:ext cx="2571750" cy="2571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64"/>
          <p:cNvSpPr/>
          <p:nvPr/>
        </p:nvSpPr>
        <p:spPr>
          <a:xfrm rot="-8999979">
            <a:off x="-150162" y="3721478"/>
            <a:ext cx="3882200" cy="1840871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65" name="Google Shape;1165;p64"/>
          <p:cNvSpPr/>
          <p:nvPr/>
        </p:nvSpPr>
        <p:spPr>
          <a:xfrm rot="10799753">
            <a:off x="-566499" y="-593102"/>
            <a:ext cx="6596092" cy="179399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68" name="Google Shape;1168;p64"/>
          <p:cNvSpPr/>
          <p:nvPr/>
        </p:nvSpPr>
        <p:spPr>
          <a:xfrm rot="5623741" flipH="1">
            <a:off x="5369763" y="1948962"/>
            <a:ext cx="6891055" cy="2389978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A66DA5A-FC28-347D-CB51-CBE74B4C9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00" y="472760"/>
            <a:ext cx="6596222" cy="486600"/>
          </a:xfrm>
        </p:spPr>
        <p:txBody>
          <a:bodyPr/>
          <a:lstStyle/>
          <a:p>
            <a:pPr algn="l"/>
            <a:r>
              <a:rPr lang="pt-PT" dirty="0">
                <a:solidFill>
                  <a:schemeClr val="accent6"/>
                </a:solidFill>
                <a:latin typeface="Garet Bold"/>
              </a:rPr>
              <a:t>Nome de domínio no título da janela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AF02826-8508-3B94-B7DB-BBC0171B3959}"/>
              </a:ext>
            </a:extLst>
          </p:cNvPr>
          <p:cNvSpPr txBox="1"/>
          <p:nvPr/>
        </p:nvSpPr>
        <p:spPr>
          <a:xfrm>
            <a:off x="3811112" y="1588522"/>
            <a:ext cx="51463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aret" panose="020B0604020202020204" charset="0"/>
              </a:rPr>
              <a:t>   Ao definir o título de uma página web, é importante evitar o uso de domínios no nome, como ".com", ".</a:t>
            </a:r>
            <a:r>
              <a:rPr lang="pt-PT" noProof="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aret" panose="020B0604020202020204" charset="0"/>
              </a:rPr>
              <a:t>pt</a:t>
            </a: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aret" panose="020B0604020202020204" charset="0"/>
              </a:rPr>
              <a:t>" ou ".</a:t>
            </a:r>
            <a:r>
              <a:rPr lang="pt-PT" noProof="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aret" panose="020B0604020202020204" charset="0"/>
              </a:rPr>
              <a:t>org</a:t>
            </a: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aret" panose="020B0604020202020204" charset="0"/>
              </a:rPr>
              <a:t>", a menos que façam parte oficial do nome da empresa. Incluir esses sufixos desnecessariamente pode tornar o título mais longo e menos claro para o utilizador.</a:t>
            </a:r>
          </a:p>
          <a:p>
            <a:pPr algn="l"/>
            <a:endParaRPr lang="pt-PT" noProof="0" dirty="0">
              <a:solidFill>
                <a:schemeClr val="accent6"/>
              </a:solidFill>
              <a:latin typeface="Garet" panose="020B0604020202020204" charset="0"/>
              <a:cs typeface="Garet" panose="020B0604020202020204" charset="0"/>
            </a:endParaRPr>
          </a:p>
          <a:p>
            <a:pPr algn="l"/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aret" panose="020B0604020202020204" charset="0"/>
              </a:rPr>
              <a:t>   Os títulos das abas devem ser curtos, descritivos e informativos, ajudando os utilizadores a identificar rapidamente o conteúdo da página, principalmente quando têm várias abas abertas. Além disso, manter um título limpo melhora a experiência do utilizador e evita distrações desnecessárias.</a:t>
            </a:r>
          </a:p>
          <a:p>
            <a:endParaRPr lang="pt-PT" noProof="0" dirty="0">
              <a:solidFill>
                <a:schemeClr val="accent6"/>
              </a:solidFill>
            </a:endParaRPr>
          </a:p>
        </p:txBody>
      </p:sp>
      <p:grpSp>
        <p:nvGrpSpPr>
          <p:cNvPr id="6" name="Group 17">
            <a:extLst>
              <a:ext uri="{FF2B5EF4-FFF2-40B4-BE49-F238E27FC236}">
                <a16:creationId xmlns:a16="http://schemas.microsoft.com/office/drawing/2014/main" id="{716544AD-892F-CC10-F604-D38EBA1A8FFD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D78AB42D-5EE8-C675-542D-E518ED5382BD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19">
              <a:extLst>
                <a:ext uri="{FF2B5EF4-FFF2-40B4-BE49-F238E27FC236}">
                  <a16:creationId xmlns:a16="http://schemas.microsoft.com/office/drawing/2014/main" id="{F168A7B9-287E-400B-567C-3BA0E23B7E2B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13</a:t>
              </a:r>
            </a:p>
          </p:txBody>
        </p:sp>
      </p:grpSp>
      <p:pic>
        <p:nvPicPr>
          <p:cNvPr id="9" name="Imagem 8" descr="Uma imagem com texto, desenho, captura de ecrã, Cara humana&#10;&#10;Os conteúdos gerados por IA poderão estar incorretos.">
            <a:extLst>
              <a:ext uri="{FF2B5EF4-FFF2-40B4-BE49-F238E27FC236}">
                <a16:creationId xmlns:a16="http://schemas.microsoft.com/office/drawing/2014/main" id="{71790142-F882-0F47-7284-557B1F603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84" y="1530147"/>
            <a:ext cx="2939928" cy="29399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>
          <a:extLst>
            <a:ext uri="{FF2B5EF4-FFF2-40B4-BE49-F238E27FC236}">
              <a16:creationId xmlns:a16="http://schemas.microsoft.com/office/drawing/2014/main" id="{502ED528-8D9C-5CA4-E343-3501B0F4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6CC55298-A734-C9A7-49EB-6F359E9BC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937" y="1657366"/>
            <a:ext cx="3400907" cy="1003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64" name="Google Shape;1164;p64">
            <a:extLst>
              <a:ext uri="{FF2B5EF4-FFF2-40B4-BE49-F238E27FC236}">
                <a16:creationId xmlns:a16="http://schemas.microsoft.com/office/drawing/2014/main" id="{70091CB4-21C1-BAE2-0AF9-EA679F5C7F1F}"/>
              </a:ext>
            </a:extLst>
          </p:cNvPr>
          <p:cNvSpPr/>
          <p:nvPr/>
        </p:nvSpPr>
        <p:spPr>
          <a:xfrm rot="-8999979">
            <a:off x="-150162" y="3721478"/>
            <a:ext cx="3882200" cy="1840871"/>
          </a:xfrm>
          <a:custGeom>
            <a:avLst/>
            <a:gdLst/>
            <a:ahLst/>
            <a:cxnLst/>
            <a:rect l="l" t="t" r="r" b="b"/>
            <a:pathLst>
              <a:path w="65595" h="31104" extrusionOk="0">
                <a:moveTo>
                  <a:pt x="64744" y="0"/>
                </a:moveTo>
                <a:lnTo>
                  <a:pt x="64713" y="31"/>
                </a:lnTo>
                <a:cubicBezTo>
                  <a:pt x="65291" y="2219"/>
                  <a:pt x="65443" y="4529"/>
                  <a:pt x="65108" y="6778"/>
                </a:cubicBezTo>
                <a:cubicBezTo>
                  <a:pt x="64774" y="8997"/>
                  <a:pt x="63984" y="11155"/>
                  <a:pt x="62768" y="13070"/>
                </a:cubicBezTo>
                <a:cubicBezTo>
                  <a:pt x="60367" y="16900"/>
                  <a:pt x="56415" y="19697"/>
                  <a:pt x="52008" y="20608"/>
                </a:cubicBezTo>
                <a:cubicBezTo>
                  <a:pt x="50931" y="20848"/>
                  <a:pt x="49825" y="20962"/>
                  <a:pt x="48719" y="20962"/>
                </a:cubicBezTo>
                <a:cubicBezTo>
                  <a:pt x="47576" y="20962"/>
                  <a:pt x="46433" y="20840"/>
                  <a:pt x="45321" y="20608"/>
                </a:cubicBezTo>
                <a:cubicBezTo>
                  <a:pt x="44227" y="20396"/>
                  <a:pt x="43132" y="20031"/>
                  <a:pt x="42099" y="19605"/>
                </a:cubicBezTo>
                <a:cubicBezTo>
                  <a:pt x="41065" y="19149"/>
                  <a:pt x="40093" y="18602"/>
                  <a:pt x="39059" y="18086"/>
                </a:cubicBezTo>
                <a:cubicBezTo>
                  <a:pt x="38026" y="17599"/>
                  <a:pt x="36962" y="17113"/>
                  <a:pt x="35837" y="16870"/>
                </a:cubicBezTo>
                <a:cubicBezTo>
                  <a:pt x="35359" y="16769"/>
                  <a:pt x="34880" y="16710"/>
                  <a:pt x="34402" y="16710"/>
                </a:cubicBezTo>
                <a:cubicBezTo>
                  <a:pt x="34303" y="16710"/>
                  <a:pt x="34204" y="16713"/>
                  <a:pt x="34105" y="16718"/>
                </a:cubicBezTo>
                <a:cubicBezTo>
                  <a:pt x="33527" y="16748"/>
                  <a:pt x="32950" y="16870"/>
                  <a:pt x="32403" y="17052"/>
                </a:cubicBezTo>
                <a:cubicBezTo>
                  <a:pt x="31278" y="17417"/>
                  <a:pt x="30305" y="18055"/>
                  <a:pt x="29424" y="18754"/>
                </a:cubicBezTo>
                <a:cubicBezTo>
                  <a:pt x="28512" y="19484"/>
                  <a:pt x="27722" y="20304"/>
                  <a:pt x="26962" y="21156"/>
                </a:cubicBezTo>
                <a:cubicBezTo>
                  <a:pt x="26202" y="22007"/>
                  <a:pt x="25533" y="22918"/>
                  <a:pt x="24773" y="23770"/>
                </a:cubicBezTo>
                <a:cubicBezTo>
                  <a:pt x="24044" y="24621"/>
                  <a:pt x="23254" y="25441"/>
                  <a:pt x="22402" y="26201"/>
                </a:cubicBezTo>
                <a:cubicBezTo>
                  <a:pt x="20731" y="27751"/>
                  <a:pt x="18846" y="29058"/>
                  <a:pt x="16749" y="29909"/>
                </a:cubicBezTo>
                <a:cubicBezTo>
                  <a:pt x="15240" y="30544"/>
                  <a:pt x="13621" y="30894"/>
                  <a:pt x="12006" y="30894"/>
                </a:cubicBezTo>
                <a:cubicBezTo>
                  <a:pt x="11375" y="30894"/>
                  <a:pt x="10745" y="30841"/>
                  <a:pt x="10123" y="30730"/>
                </a:cubicBezTo>
                <a:cubicBezTo>
                  <a:pt x="7904" y="30365"/>
                  <a:pt x="5837" y="29241"/>
                  <a:pt x="4287" y="27630"/>
                </a:cubicBezTo>
                <a:cubicBezTo>
                  <a:pt x="2706" y="25988"/>
                  <a:pt x="1703" y="23922"/>
                  <a:pt x="1095" y="21763"/>
                </a:cubicBezTo>
                <a:cubicBezTo>
                  <a:pt x="487" y="19575"/>
                  <a:pt x="305" y="17295"/>
                  <a:pt x="426" y="15046"/>
                </a:cubicBezTo>
                <a:cubicBezTo>
                  <a:pt x="578" y="12797"/>
                  <a:pt x="1034" y="10547"/>
                  <a:pt x="1855" y="8450"/>
                </a:cubicBezTo>
                <a:cubicBezTo>
                  <a:pt x="2676" y="6353"/>
                  <a:pt x="3831" y="4347"/>
                  <a:pt x="5472" y="2736"/>
                </a:cubicBezTo>
                <a:lnTo>
                  <a:pt x="5442" y="2705"/>
                </a:lnTo>
                <a:cubicBezTo>
                  <a:pt x="3770" y="4286"/>
                  <a:pt x="2524" y="6262"/>
                  <a:pt x="1673" y="8359"/>
                </a:cubicBezTo>
                <a:cubicBezTo>
                  <a:pt x="821" y="10487"/>
                  <a:pt x="305" y="12736"/>
                  <a:pt x="153" y="15016"/>
                </a:cubicBezTo>
                <a:cubicBezTo>
                  <a:pt x="1" y="17326"/>
                  <a:pt x="183" y="19636"/>
                  <a:pt x="791" y="21855"/>
                </a:cubicBezTo>
                <a:cubicBezTo>
                  <a:pt x="1369" y="24043"/>
                  <a:pt x="2432" y="26171"/>
                  <a:pt x="4043" y="27843"/>
                </a:cubicBezTo>
                <a:cubicBezTo>
                  <a:pt x="5654" y="29514"/>
                  <a:pt x="7812" y="30609"/>
                  <a:pt x="10062" y="30973"/>
                </a:cubicBezTo>
                <a:cubicBezTo>
                  <a:pt x="10616" y="31062"/>
                  <a:pt x="11175" y="31104"/>
                  <a:pt x="11732" y="31104"/>
                </a:cubicBezTo>
                <a:cubicBezTo>
                  <a:pt x="13468" y="31104"/>
                  <a:pt x="15200" y="30698"/>
                  <a:pt x="16810" y="30031"/>
                </a:cubicBezTo>
                <a:cubicBezTo>
                  <a:pt x="18907" y="29150"/>
                  <a:pt x="20791" y="27812"/>
                  <a:pt x="22494" y="26323"/>
                </a:cubicBezTo>
                <a:cubicBezTo>
                  <a:pt x="23345" y="25563"/>
                  <a:pt x="24135" y="24742"/>
                  <a:pt x="24895" y="23891"/>
                </a:cubicBezTo>
                <a:cubicBezTo>
                  <a:pt x="25685" y="23040"/>
                  <a:pt x="26354" y="22128"/>
                  <a:pt x="27114" y="21277"/>
                </a:cubicBezTo>
                <a:cubicBezTo>
                  <a:pt x="27874" y="20456"/>
                  <a:pt x="28664" y="19636"/>
                  <a:pt x="29545" y="18937"/>
                </a:cubicBezTo>
                <a:cubicBezTo>
                  <a:pt x="30427" y="18238"/>
                  <a:pt x="31400" y="17660"/>
                  <a:pt x="32494" y="17326"/>
                </a:cubicBezTo>
                <a:cubicBezTo>
                  <a:pt x="33011" y="17143"/>
                  <a:pt x="33558" y="17052"/>
                  <a:pt x="34105" y="17022"/>
                </a:cubicBezTo>
                <a:cubicBezTo>
                  <a:pt x="34182" y="17018"/>
                  <a:pt x="34259" y="17016"/>
                  <a:pt x="34335" y="17016"/>
                </a:cubicBezTo>
                <a:cubicBezTo>
                  <a:pt x="34829" y="17016"/>
                  <a:pt x="35303" y="17095"/>
                  <a:pt x="35777" y="17174"/>
                </a:cubicBezTo>
                <a:cubicBezTo>
                  <a:pt x="36871" y="17417"/>
                  <a:pt x="37904" y="17903"/>
                  <a:pt x="38907" y="18420"/>
                </a:cubicBezTo>
                <a:cubicBezTo>
                  <a:pt x="39910" y="18906"/>
                  <a:pt x="40913" y="19484"/>
                  <a:pt x="41947" y="19940"/>
                </a:cubicBezTo>
                <a:cubicBezTo>
                  <a:pt x="43011" y="20396"/>
                  <a:pt x="44105" y="20760"/>
                  <a:pt x="45230" y="21004"/>
                </a:cubicBezTo>
                <a:cubicBezTo>
                  <a:pt x="46354" y="21247"/>
                  <a:pt x="47509" y="21368"/>
                  <a:pt x="48664" y="21368"/>
                </a:cubicBezTo>
                <a:cubicBezTo>
                  <a:pt x="49819" y="21368"/>
                  <a:pt x="50974" y="21247"/>
                  <a:pt x="52099" y="21004"/>
                </a:cubicBezTo>
                <a:cubicBezTo>
                  <a:pt x="54348" y="20517"/>
                  <a:pt x="56476" y="19575"/>
                  <a:pt x="58361" y="18238"/>
                </a:cubicBezTo>
                <a:cubicBezTo>
                  <a:pt x="60215" y="16870"/>
                  <a:pt x="61826" y="15168"/>
                  <a:pt x="63011" y="13222"/>
                </a:cubicBezTo>
                <a:cubicBezTo>
                  <a:pt x="64197" y="11247"/>
                  <a:pt x="64987" y="9058"/>
                  <a:pt x="65291" y="6778"/>
                </a:cubicBezTo>
                <a:cubicBezTo>
                  <a:pt x="65595" y="4529"/>
                  <a:pt x="65382" y="2189"/>
                  <a:pt x="647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65" name="Google Shape;1165;p64">
            <a:extLst>
              <a:ext uri="{FF2B5EF4-FFF2-40B4-BE49-F238E27FC236}">
                <a16:creationId xmlns:a16="http://schemas.microsoft.com/office/drawing/2014/main" id="{C94DDEC9-1059-31E2-6450-2794609F813A}"/>
              </a:ext>
            </a:extLst>
          </p:cNvPr>
          <p:cNvSpPr/>
          <p:nvPr/>
        </p:nvSpPr>
        <p:spPr>
          <a:xfrm rot="10799753">
            <a:off x="-566499" y="-593102"/>
            <a:ext cx="6596092" cy="179399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68" name="Google Shape;1168;p64">
            <a:extLst>
              <a:ext uri="{FF2B5EF4-FFF2-40B4-BE49-F238E27FC236}">
                <a16:creationId xmlns:a16="http://schemas.microsoft.com/office/drawing/2014/main" id="{B2F5BA9E-6D67-757B-0226-D02D0C56F71B}"/>
              </a:ext>
            </a:extLst>
          </p:cNvPr>
          <p:cNvSpPr/>
          <p:nvPr/>
        </p:nvSpPr>
        <p:spPr>
          <a:xfrm rot="5623741" flipH="1">
            <a:off x="5369763" y="1948962"/>
            <a:ext cx="6891055" cy="2389978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51CAD7B-474C-BA2B-9F46-28B56E13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399" y="472760"/>
            <a:ext cx="6796639" cy="486600"/>
          </a:xfrm>
        </p:spPr>
        <p:txBody>
          <a:bodyPr/>
          <a:lstStyle/>
          <a:p>
            <a:pPr algn="l"/>
            <a:r>
              <a:rPr lang="pt-PT" sz="2800" noProof="0" dirty="0">
                <a:solidFill>
                  <a:schemeClr val="accent6"/>
                </a:solidFill>
                <a:latin typeface="Garet Bold"/>
              </a:rPr>
              <a:t>Nome de domínio no título da janela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6C9A-0D7D-2988-8331-139C13067D59}"/>
              </a:ext>
            </a:extLst>
          </p:cNvPr>
          <p:cNvSpPr/>
          <p:nvPr/>
        </p:nvSpPr>
        <p:spPr>
          <a:xfrm>
            <a:off x="5853529" y="1748707"/>
            <a:ext cx="880994" cy="363920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090F19D-8BEF-5702-B23A-5E3A944646B7}"/>
              </a:ext>
            </a:extLst>
          </p:cNvPr>
          <p:cNvSpPr txBox="1"/>
          <p:nvPr/>
        </p:nvSpPr>
        <p:spPr>
          <a:xfrm>
            <a:off x="1954512" y="2030030"/>
            <a:ext cx="2524046" cy="1947565"/>
          </a:xfrm>
          <a:prstGeom prst="ellipse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noProof="0" dirty="0">
                <a:solidFill>
                  <a:schemeClr val="accent6"/>
                </a:solidFill>
              </a:rPr>
              <a:t>   Uso do domínio no titulo da janela de forma incorreta, visto que, “.</a:t>
            </a:r>
            <a:r>
              <a:rPr lang="pt-PT" noProof="0" dirty="0" err="1">
                <a:solidFill>
                  <a:schemeClr val="accent6"/>
                </a:solidFill>
              </a:rPr>
              <a:t>pt</a:t>
            </a:r>
            <a:r>
              <a:rPr lang="pt-PT" noProof="0" dirty="0">
                <a:solidFill>
                  <a:schemeClr val="accent6"/>
                </a:solidFill>
              </a:rPr>
              <a:t>” não pertence ao nome da marca.</a:t>
            </a:r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CDBE80EF-B6A2-7386-FB3B-A6C1B2C9E96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398464" y="1930667"/>
            <a:ext cx="1455065" cy="705742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9" name="Group 17">
            <a:extLst>
              <a:ext uri="{FF2B5EF4-FFF2-40B4-BE49-F238E27FC236}">
                <a16:creationId xmlns:a16="http://schemas.microsoft.com/office/drawing/2014/main" id="{A8CBC0A1-16D3-4CCF-4FFD-9ADB210C69FF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EB92879-8695-FD5F-4583-DA146EBC3400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A68DBDEE-1D9B-0AEC-5B5B-9E1C4F772CF1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47717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D9AEC2FC-0586-D1C8-B1BD-AD360FEFA5D3}"/>
              </a:ext>
            </a:extLst>
          </p:cNvPr>
          <p:cNvSpPr txBox="1"/>
          <p:nvPr/>
        </p:nvSpPr>
        <p:spPr>
          <a:xfrm>
            <a:off x="1087935" y="1515102"/>
            <a:ext cx="5099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noProof="0" dirty="0">
                <a:solidFill>
                  <a:schemeClr val="accent6"/>
                </a:solidFill>
              </a:rPr>
              <a:t>   </a:t>
            </a:r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Os títulos das páginas web devem ser claros e informativos, ajudando os utilizadores a identificar rapidamente o conteúdo de cada janela aberta. Incluir termos genéricos como "Página Inicial" ou "Homepage" no título não acrescenta valor e pode prejudicar a experiência de navegação. </a:t>
            </a:r>
          </a:p>
          <a:p>
            <a:pPr algn="l"/>
            <a:endParaRPr lang="pt-PT" noProof="0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pt-PT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Os utilizadores já entendem que a primeira página de um website é a principal, então o título deve refletir o propósito do website ou da organização. Um título mais descritivo facilita a navegação e melhora a usabilidade, especialmente para quem acesa múltiplas abas ao mesmo tempo.</a:t>
            </a:r>
          </a:p>
          <a:p>
            <a:endParaRPr lang="pt-PT" noProof="0" dirty="0">
              <a:solidFill>
                <a:schemeClr val="accent6"/>
              </a:solidFill>
            </a:endParaRPr>
          </a:p>
        </p:txBody>
      </p:sp>
      <p:sp>
        <p:nvSpPr>
          <p:cNvPr id="1173" name="Google Shape;1173;p65"/>
          <p:cNvSpPr/>
          <p:nvPr/>
        </p:nvSpPr>
        <p:spPr>
          <a:xfrm rot="9899905" flipH="1">
            <a:off x="4475179" y="-1632796"/>
            <a:ext cx="7211918" cy="309492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75" name="Google Shape;1175;p65"/>
          <p:cNvSpPr txBox="1">
            <a:spLocks noGrp="1"/>
          </p:cNvSpPr>
          <p:nvPr>
            <p:ph type="title"/>
          </p:nvPr>
        </p:nvSpPr>
        <p:spPr>
          <a:xfrm>
            <a:off x="952399" y="539500"/>
            <a:ext cx="6349451" cy="4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noProof="0" dirty="0">
                <a:solidFill>
                  <a:schemeClr val="accent6"/>
                </a:solidFill>
                <a:latin typeface="Garet Bold"/>
              </a:rPr>
              <a:t>Título da janela “Página Inicial"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181142AC-B340-8EF2-36AA-31A40C2E69BF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0693DB22-A6C0-F4E9-456F-0C42472BF895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19">
              <a:extLst>
                <a:ext uri="{FF2B5EF4-FFF2-40B4-BE49-F238E27FC236}">
                  <a16:creationId xmlns:a16="http://schemas.microsoft.com/office/drawing/2014/main" id="{7664DAAE-F1E2-35E6-F625-89784D3A132B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15</a:t>
              </a:r>
            </a:p>
          </p:txBody>
        </p:sp>
      </p:grpSp>
      <p:pic>
        <p:nvPicPr>
          <p:cNvPr id="3" name="Imagem 2" descr="Uma imagem com texto, captura de ecrã, design&#10;&#10;Os conteúdos gerados por IA poderão estar incorretos.">
            <a:extLst>
              <a:ext uri="{FF2B5EF4-FFF2-40B4-BE49-F238E27FC236}">
                <a16:creationId xmlns:a16="http://schemas.microsoft.com/office/drawing/2014/main" id="{0AB6D659-7936-01E8-9662-274E40D0A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523" y="1460830"/>
            <a:ext cx="3241281" cy="3241281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>
          <a:extLst>
            <a:ext uri="{FF2B5EF4-FFF2-40B4-BE49-F238E27FC236}">
              <a16:creationId xmlns:a16="http://schemas.microsoft.com/office/drawing/2014/main" id="{1BAA7E36-10CB-E4D1-5C66-F6CB3F5E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5">
            <a:extLst>
              <a:ext uri="{FF2B5EF4-FFF2-40B4-BE49-F238E27FC236}">
                <a16:creationId xmlns:a16="http://schemas.microsoft.com/office/drawing/2014/main" id="{CC3529B6-8A9F-DE52-1B2D-598ACCA66620}"/>
              </a:ext>
            </a:extLst>
          </p:cNvPr>
          <p:cNvSpPr/>
          <p:nvPr/>
        </p:nvSpPr>
        <p:spPr>
          <a:xfrm rot="9899905" flipH="1">
            <a:off x="4475179" y="-1632796"/>
            <a:ext cx="7211918" cy="309492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75" name="Google Shape;1175;p65">
            <a:extLst>
              <a:ext uri="{FF2B5EF4-FFF2-40B4-BE49-F238E27FC236}">
                <a16:creationId xmlns:a16="http://schemas.microsoft.com/office/drawing/2014/main" id="{6999155F-96DB-8C03-F1A2-3208A4AA4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99" y="539500"/>
            <a:ext cx="6135869" cy="4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noProof="0" dirty="0">
                <a:solidFill>
                  <a:schemeClr val="accent6"/>
                </a:solidFill>
                <a:latin typeface="Garet Bold"/>
              </a:rPr>
              <a:t>Título da janela “Página Inicial"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2F6F0A-9311-9A47-2380-DAF18D5C6AD5}"/>
              </a:ext>
            </a:extLst>
          </p:cNvPr>
          <p:cNvSpPr txBox="1"/>
          <p:nvPr/>
        </p:nvSpPr>
        <p:spPr>
          <a:xfrm>
            <a:off x="1606147" y="1961908"/>
            <a:ext cx="2723891" cy="1962288"/>
          </a:xfrm>
          <a:prstGeom prst="flowChartConnector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noProof="0" dirty="0">
                <a:solidFill>
                  <a:schemeClr val="accent6"/>
                </a:solidFill>
              </a:rPr>
              <a:t>Exemplo de mau uso de “Página Inicial” como titulo de janela que poderia ser melhorado com “Minhas Turmas”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5A343BC-D73B-B8C1-8B64-70D53EB1B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015" b="41047"/>
          <a:stretch/>
        </p:blipFill>
        <p:spPr>
          <a:xfrm>
            <a:off x="4790633" y="1608916"/>
            <a:ext cx="3290505" cy="24035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87AD087-5FEB-7E8B-509A-2942CBA0C527}"/>
              </a:ext>
            </a:extLst>
          </p:cNvPr>
          <p:cNvSpPr/>
          <p:nvPr/>
        </p:nvSpPr>
        <p:spPr>
          <a:xfrm>
            <a:off x="4896652" y="1541799"/>
            <a:ext cx="1030262" cy="411217"/>
          </a:xfrm>
          <a:prstGeom prst="ellipse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9FA86921-E4AA-70ED-ACFD-32B0BDD54BBD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084762" y="1747408"/>
            <a:ext cx="811890" cy="538055"/>
          </a:xfrm>
          <a:prstGeom prst="straightConnector1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5" name="Group 17">
            <a:extLst>
              <a:ext uri="{FF2B5EF4-FFF2-40B4-BE49-F238E27FC236}">
                <a16:creationId xmlns:a16="http://schemas.microsoft.com/office/drawing/2014/main" id="{A000CBAE-B8C3-C55D-375E-64489C7ACE6F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12E71A78-B386-C2EB-664A-10D87C881C0C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BC6B66FE-3F31-BE8B-35C4-DF18CA0F8138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192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>
          <a:extLst>
            <a:ext uri="{FF2B5EF4-FFF2-40B4-BE49-F238E27FC236}">
              <a16:creationId xmlns:a16="http://schemas.microsoft.com/office/drawing/2014/main" id="{DC64BF7D-72FB-C305-6577-84D31810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A67D9B37-F583-1D5A-FDF5-26D321E6AB66}"/>
              </a:ext>
            </a:extLst>
          </p:cNvPr>
          <p:cNvSpPr txBox="1"/>
          <p:nvPr/>
        </p:nvSpPr>
        <p:spPr>
          <a:xfrm>
            <a:off x="3973857" y="1339116"/>
            <a:ext cx="50058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noProof="0" dirty="0">
                <a:solidFill>
                  <a:schemeClr val="accent6"/>
                </a:solidFill>
              </a:rPr>
              <a:t> Uma descrição bem estruturada no título da janela é fundamental para sites que ainda não têm muito reconhecimento, pois facilita o reconhecimento e a memorização pelos potencias utilizadores. </a:t>
            </a:r>
          </a:p>
          <a:p>
            <a:pPr algn="l"/>
            <a:endParaRPr lang="pt-PT" noProof="0" dirty="0">
              <a:solidFill>
                <a:schemeClr val="accent6"/>
              </a:solidFill>
            </a:endParaRPr>
          </a:p>
          <a:p>
            <a:pPr algn="l"/>
            <a:r>
              <a:rPr lang="pt-PT" noProof="0" dirty="0">
                <a:solidFill>
                  <a:schemeClr val="accent6"/>
                </a:solidFill>
              </a:rPr>
              <a:t>   Boas praticas para criar um titulo eficiente é que seja um titulo direto e informativo, incluir o nome da empresa /  marca e a possibilidade de incluir o slogan que seja cativante são pontos chaves para uma boa descrição de website no título da janela. </a:t>
            </a:r>
          </a:p>
          <a:p>
            <a:pPr algn="l"/>
            <a:endParaRPr lang="pt-PT" noProof="0" dirty="0">
              <a:solidFill>
                <a:schemeClr val="accent6"/>
              </a:solidFill>
            </a:endParaRPr>
          </a:p>
          <a:p>
            <a:pPr algn="l"/>
            <a:r>
              <a:rPr lang="pt-PT" noProof="0" dirty="0">
                <a:solidFill>
                  <a:schemeClr val="accent6"/>
                </a:solidFill>
              </a:rPr>
              <a:t>   Motores de busca como Google usam os títulos das páginas nos resultados de pesquisa. Um título como "Página Inicial" é genérico e não atrai cliques, prejudicando o tráfego do website.</a:t>
            </a:r>
          </a:p>
        </p:txBody>
      </p:sp>
      <p:sp>
        <p:nvSpPr>
          <p:cNvPr id="1173" name="Google Shape;1173;p65">
            <a:extLst>
              <a:ext uri="{FF2B5EF4-FFF2-40B4-BE49-F238E27FC236}">
                <a16:creationId xmlns:a16="http://schemas.microsoft.com/office/drawing/2014/main" id="{6241894B-90F2-043D-4938-EB14C5DA1269}"/>
              </a:ext>
            </a:extLst>
          </p:cNvPr>
          <p:cNvSpPr/>
          <p:nvPr/>
        </p:nvSpPr>
        <p:spPr>
          <a:xfrm rot="9899905" flipH="1">
            <a:off x="4475179" y="-1632796"/>
            <a:ext cx="7211918" cy="309492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75" name="Google Shape;1175;p65">
            <a:extLst>
              <a:ext uri="{FF2B5EF4-FFF2-40B4-BE49-F238E27FC236}">
                <a16:creationId xmlns:a16="http://schemas.microsoft.com/office/drawing/2014/main" id="{5C97C871-24DF-09B7-F536-3F526B81CD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99" y="539500"/>
            <a:ext cx="7243829" cy="4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>
                <a:solidFill>
                  <a:schemeClr val="accent6"/>
                </a:solidFill>
                <a:latin typeface="Garet Bold"/>
              </a:rPr>
              <a:t>Descrição do website no título da janela </a:t>
            </a:r>
            <a:endParaRPr lang="pt-PT" sz="2800" noProof="0" dirty="0">
              <a:solidFill>
                <a:schemeClr val="accent6"/>
              </a:solidFill>
              <a:latin typeface="Garet Bold"/>
            </a:endParaRP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83C2E72C-045B-FF1E-EB20-C1F1775A216E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B6CE32BF-3417-2394-D894-B98BB1715623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19">
              <a:extLst>
                <a:ext uri="{FF2B5EF4-FFF2-40B4-BE49-F238E27FC236}">
                  <a16:creationId xmlns:a16="http://schemas.microsoft.com/office/drawing/2014/main" id="{D06DA69E-229A-4DFD-3E9F-D5A45E521553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16</a:t>
              </a:r>
            </a:p>
          </p:txBody>
        </p:sp>
      </p:grpSp>
      <p:pic>
        <p:nvPicPr>
          <p:cNvPr id="8" name="Imagem 7" descr="Uma imagem com texto, captura de ecrã, Gráficos, design gráfico&#10;&#10;Os conteúdos gerados por IA poderão estar incorretos.">
            <a:extLst>
              <a:ext uri="{FF2B5EF4-FFF2-40B4-BE49-F238E27FC236}">
                <a16:creationId xmlns:a16="http://schemas.microsoft.com/office/drawing/2014/main" id="{7575B6C1-277F-017A-80D3-966FFA464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70" y="1264123"/>
            <a:ext cx="3194087" cy="319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39952"/>
      </p:ext>
    </p:extLst>
  </p:cSld>
  <p:clrMapOvr>
    <a:masterClrMapping/>
  </p:clrMapOvr>
  <p:transition spd="med">
    <p:pull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>
          <a:extLst>
            <a:ext uri="{FF2B5EF4-FFF2-40B4-BE49-F238E27FC236}">
              <a16:creationId xmlns:a16="http://schemas.microsoft.com/office/drawing/2014/main" id="{7778127E-4C84-DE06-DF14-DA6737C6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FCA4821A-D35D-3687-08B0-1EE737281A4D}"/>
              </a:ext>
            </a:extLst>
          </p:cNvPr>
          <p:cNvSpPr txBox="1"/>
          <p:nvPr/>
        </p:nvSpPr>
        <p:spPr>
          <a:xfrm>
            <a:off x="1087936" y="1555141"/>
            <a:ext cx="71550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dirty="0">
                <a:solidFill>
                  <a:schemeClr val="accent6"/>
                </a:solidFill>
              </a:rPr>
              <a:t>   </a:t>
            </a:r>
            <a:r>
              <a:rPr lang="pt-PT" noProof="0" dirty="0">
                <a:solidFill>
                  <a:schemeClr val="accent6"/>
                </a:solidFill>
              </a:rPr>
              <a:t>Dado o estatuto da </a:t>
            </a:r>
            <a:r>
              <a:rPr lang="pt-PT" noProof="0" dirty="0" err="1">
                <a:solidFill>
                  <a:schemeClr val="accent6"/>
                </a:solidFill>
              </a:rPr>
              <a:t>Worten</a:t>
            </a:r>
            <a:r>
              <a:rPr lang="pt-PT" noProof="0" dirty="0">
                <a:solidFill>
                  <a:schemeClr val="accent6"/>
                </a:solidFill>
              </a:rPr>
              <a:t> como uma empresa nacional de referência no setor, o uso do slogan no título da página pode ser uma escolha estratégica para reforçar a marca, manter a simplicidade e clareza e a proximidade com o cliente. </a:t>
            </a:r>
          </a:p>
          <a:p>
            <a:pPr algn="l"/>
            <a:endParaRPr lang="pt-PT" noProof="0" dirty="0">
              <a:solidFill>
                <a:schemeClr val="accent6"/>
              </a:solidFill>
            </a:endParaRPr>
          </a:p>
          <a:p>
            <a:pPr algn="l"/>
            <a:r>
              <a:rPr lang="pt-PT" dirty="0">
                <a:solidFill>
                  <a:schemeClr val="accent6"/>
                </a:solidFill>
              </a:rPr>
              <a:t>   Neste exemplo, considera-se</a:t>
            </a:r>
            <a:r>
              <a:rPr lang="pt-PT" noProof="0" dirty="0">
                <a:solidFill>
                  <a:schemeClr val="accent6"/>
                </a:solidFill>
              </a:rPr>
              <a:t> um slogan relevante, que não sobrecarrega informação, pode ser um excelente recurso para melhorar a visibilidade e a identidade online da empresa.</a:t>
            </a:r>
          </a:p>
        </p:txBody>
      </p:sp>
      <p:sp>
        <p:nvSpPr>
          <p:cNvPr id="1173" name="Google Shape;1173;p65">
            <a:extLst>
              <a:ext uri="{FF2B5EF4-FFF2-40B4-BE49-F238E27FC236}">
                <a16:creationId xmlns:a16="http://schemas.microsoft.com/office/drawing/2014/main" id="{194196FE-27D3-1D9F-D43B-1B24460DEFCD}"/>
              </a:ext>
            </a:extLst>
          </p:cNvPr>
          <p:cNvSpPr/>
          <p:nvPr/>
        </p:nvSpPr>
        <p:spPr>
          <a:xfrm rot="9899905" flipH="1">
            <a:off x="4475179" y="-1632796"/>
            <a:ext cx="7211918" cy="309492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75" name="Google Shape;1175;p65">
            <a:extLst>
              <a:ext uri="{FF2B5EF4-FFF2-40B4-BE49-F238E27FC236}">
                <a16:creationId xmlns:a16="http://schemas.microsoft.com/office/drawing/2014/main" id="{8847DDB8-E23B-FBF8-B68A-10712D7C1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99" y="539500"/>
            <a:ext cx="6349451" cy="4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>
                <a:solidFill>
                  <a:schemeClr val="accent6"/>
                </a:solidFill>
                <a:latin typeface="Garet Bold"/>
              </a:rPr>
              <a:t>Descrição do website no título da janela </a:t>
            </a:r>
            <a:endParaRPr lang="pt-PT" sz="2800" noProof="0" dirty="0">
              <a:solidFill>
                <a:schemeClr val="accent6"/>
              </a:solidFill>
              <a:latin typeface="Garet Bold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B38F73-6DE9-AB6F-18EE-663C1B278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321" y="3488843"/>
            <a:ext cx="3562847" cy="2857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grpSp>
        <p:nvGrpSpPr>
          <p:cNvPr id="5" name="Group 17">
            <a:extLst>
              <a:ext uri="{FF2B5EF4-FFF2-40B4-BE49-F238E27FC236}">
                <a16:creationId xmlns:a16="http://schemas.microsoft.com/office/drawing/2014/main" id="{625F9260-8B22-54DD-0795-4988768FCD98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D6668042-95F2-E6F2-4C35-3FB50D611DDA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DFA70368-AA5D-447F-433B-C34F870CD8ED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38817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>
          <a:extLst>
            <a:ext uri="{FF2B5EF4-FFF2-40B4-BE49-F238E27FC236}">
              <a16:creationId xmlns:a16="http://schemas.microsoft.com/office/drawing/2014/main" id="{BCB65279-F2BF-AB35-1B03-CD92DDB6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8066A17C-5201-EA67-C735-2DFE331DB6B3}"/>
              </a:ext>
            </a:extLst>
          </p:cNvPr>
          <p:cNvSpPr txBox="1"/>
          <p:nvPr/>
        </p:nvSpPr>
        <p:spPr>
          <a:xfrm>
            <a:off x="1087936" y="1555141"/>
            <a:ext cx="71550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dirty="0">
                <a:solidFill>
                  <a:schemeClr val="accent6"/>
                </a:solidFill>
              </a:rPr>
              <a:t>   Os títulos de janelas devem ser claros e descritivos, evitando termos genéricos ou desnecessários para melhorar a usabilidade e a organização da navegação. </a:t>
            </a:r>
          </a:p>
          <a:p>
            <a:pPr algn="l"/>
            <a:endParaRPr lang="pt-PT" dirty="0">
              <a:solidFill>
                <a:schemeClr val="accent6"/>
              </a:solidFill>
            </a:endParaRPr>
          </a:p>
          <a:p>
            <a:pPr algn="l"/>
            <a:r>
              <a:rPr lang="pt-PT" dirty="0">
                <a:solidFill>
                  <a:schemeClr val="accent6"/>
                </a:solidFill>
              </a:rPr>
              <a:t>   A exposição do conteúdo através de exemplos facilita a compreensão, tornando a informação mais acessível e prática. </a:t>
            </a:r>
          </a:p>
          <a:p>
            <a:pPr algn="l"/>
            <a:endParaRPr lang="pt-PT" dirty="0">
              <a:solidFill>
                <a:schemeClr val="accent6"/>
              </a:solidFill>
            </a:endParaRPr>
          </a:p>
          <a:p>
            <a:pPr algn="l"/>
            <a:r>
              <a:rPr lang="pt-PT" dirty="0">
                <a:solidFill>
                  <a:schemeClr val="accent6"/>
                </a:solidFill>
              </a:rPr>
              <a:t>   Seguir estas diretrizes contribui para uma melhor experiência do utilizador, garantindo que a informação seja encontrada e compreendida de forma eficiente.</a:t>
            </a:r>
            <a:endParaRPr lang="pt-PT" noProof="0" dirty="0">
              <a:solidFill>
                <a:schemeClr val="accent6"/>
              </a:solidFill>
            </a:endParaRPr>
          </a:p>
        </p:txBody>
      </p:sp>
      <p:sp>
        <p:nvSpPr>
          <p:cNvPr id="1173" name="Google Shape;1173;p65">
            <a:extLst>
              <a:ext uri="{FF2B5EF4-FFF2-40B4-BE49-F238E27FC236}">
                <a16:creationId xmlns:a16="http://schemas.microsoft.com/office/drawing/2014/main" id="{BB92DA13-DEDF-4DF9-B926-C023BAA960C9}"/>
              </a:ext>
            </a:extLst>
          </p:cNvPr>
          <p:cNvSpPr/>
          <p:nvPr/>
        </p:nvSpPr>
        <p:spPr>
          <a:xfrm rot="9899905" flipH="1">
            <a:off x="4475179" y="-1632796"/>
            <a:ext cx="7211918" cy="3094921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1175" name="Google Shape;1175;p65">
            <a:extLst>
              <a:ext uri="{FF2B5EF4-FFF2-40B4-BE49-F238E27FC236}">
                <a16:creationId xmlns:a16="http://schemas.microsoft.com/office/drawing/2014/main" id="{D8E3C4CE-2683-7242-E769-94B76EB3E4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399" y="539500"/>
            <a:ext cx="6349451" cy="4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>
                <a:solidFill>
                  <a:schemeClr val="accent6"/>
                </a:solidFill>
                <a:latin typeface="Garet Bold"/>
              </a:rPr>
              <a:t>Conclusão</a:t>
            </a:r>
            <a:endParaRPr lang="pt-PT" sz="2800" noProof="0" dirty="0">
              <a:solidFill>
                <a:schemeClr val="accent6"/>
              </a:solidFill>
              <a:latin typeface="Garet Bold"/>
            </a:endParaRPr>
          </a:p>
        </p:txBody>
      </p:sp>
      <p:grpSp>
        <p:nvGrpSpPr>
          <p:cNvPr id="5" name="Group 17">
            <a:extLst>
              <a:ext uri="{FF2B5EF4-FFF2-40B4-BE49-F238E27FC236}">
                <a16:creationId xmlns:a16="http://schemas.microsoft.com/office/drawing/2014/main" id="{E380D68D-0B1F-CC95-DEF4-B810CCAF639D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C85A654E-49F8-D467-7B7F-764A0BBA4D55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D9A4A362-9A47-7035-EDA1-43F90F24EEC1}"/>
                </a:ext>
              </a:extLst>
            </p:cNvPr>
            <p:cNvSpPr txBox="1"/>
            <p:nvPr/>
          </p:nvSpPr>
          <p:spPr>
            <a:xfrm>
              <a:off x="85769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758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081EA-2ADE-0F12-1C14-71FE5E9C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2F890E-FCC3-C4A6-B04D-F7E278FD3614}"/>
              </a:ext>
            </a:extLst>
          </p:cNvPr>
          <p:cNvSpPr txBox="1"/>
          <p:nvPr/>
        </p:nvSpPr>
        <p:spPr>
          <a:xfrm>
            <a:off x="952350" y="1424517"/>
            <a:ext cx="7239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dirty="0">
                <a:hlinkClick r:id="rId2"/>
              </a:rPr>
              <a:t>https://www.instant-gaming.com/en/pc/</a:t>
            </a:r>
            <a:endParaRPr lang="pt-PT" dirty="0"/>
          </a:p>
          <a:p>
            <a:pPr marL="285750" indent="-28575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dirty="0">
                <a:hlinkClick r:id="rId3"/>
              </a:rPr>
              <a:t>https://www.worten.pt/search?query=monitores</a:t>
            </a:r>
            <a:endParaRPr lang="pt-PT" dirty="0"/>
          </a:p>
          <a:p>
            <a:pPr marL="285750" indent="-28575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dirty="0">
                <a:hlinkClick r:id="rId4"/>
              </a:rPr>
              <a:t>https://unric.org/pt/modelo-de-simulacao-das-nacoes-unidas/</a:t>
            </a:r>
            <a:endParaRPr lang="pt-PT" dirty="0"/>
          </a:p>
          <a:p>
            <a:pPr marL="285750" indent="-28575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dirty="0">
                <a:hlinkClick r:id="rId5"/>
              </a:rPr>
              <a:t>https://www.trivago.pt/</a:t>
            </a:r>
            <a:endParaRPr lang="pt-PT" dirty="0"/>
          </a:p>
          <a:p>
            <a:pPr marL="285750" indent="-28575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dirty="0">
                <a:hlinkClick r:id="rId6"/>
              </a:rPr>
              <a:t>https://classroom.google.com/h</a:t>
            </a:r>
            <a:endParaRPr lang="pt-PT" dirty="0"/>
          </a:p>
          <a:p>
            <a:pPr marL="285750" indent="-28575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lang="pt-PT" dirty="0">
                <a:hlinkClick r:id="rId7"/>
              </a:rPr>
              <a:t>https://www.worten.pt/</a:t>
            </a:r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680A0C8F-100D-FA2E-8746-7FE8158FA203}"/>
              </a:ext>
            </a:extLst>
          </p:cNvPr>
          <p:cNvGrpSpPr/>
          <p:nvPr/>
        </p:nvGrpSpPr>
        <p:grpSpPr>
          <a:xfrm>
            <a:off x="8465042" y="4444862"/>
            <a:ext cx="538849" cy="537503"/>
            <a:chOff x="0" y="0"/>
            <a:chExt cx="1277761" cy="1274567"/>
          </a:xfrm>
        </p:grpSpPr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3E5029CE-5BB4-45FD-0CCE-C502219C8551}"/>
                </a:ext>
              </a:extLst>
            </p:cNvPr>
            <p:cNvSpPr/>
            <p:nvPr/>
          </p:nvSpPr>
          <p:spPr>
            <a:xfrm>
              <a:off x="0" y="0"/>
              <a:ext cx="1277761" cy="1274567"/>
            </a:xfrm>
            <a:custGeom>
              <a:avLst/>
              <a:gdLst/>
              <a:ahLst/>
              <a:cxnLst/>
              <a:rect l="l" t="t" r="r" b="b"/>
              <a:pathLst>
                <a:path w="1277761" h="1274567">
                  <a:moveTo>
                    <a:pt x="0" y="0"/>
                  </a:moveTo>
                  <a:lnTo>
                    <a:pt x="1277761" y="0"/>
                  </a:lnTo>
                  <a:lnTo>
                    <a:pt x="1277761" y="1274567"/>
                  </a:lnTo>
                  <a:lnTo>
                    <a:pt x="0" y="127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19">
              <a:extLst>
                <a:ext uri="{FF2B5EF4-FFF2-40B4-BE49-F238E27FC236}">
                  <a16:creationId xmlns:a16="http://schemas.microsoft.com/office/drawing/2014/main" id="{A5635AE2-8231-A90C-8F95-01BE6BA40A4C}"/>
                </a:ext>
              </a:extLst>
            </p:cNvPr>
            <p:cNvSpPr txBox="1"/>
            <p:nvPr/>
          </p:nvSpPr>
          <p:spPr>
            <a:xfrm>
              <a:off x="85430" y="96452"/>
              <a:ext cx="1097807" cy="941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200" spc="-171" dirty="0">
                  <a:solidFill>
                    <a:srgbClr val="FF66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157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>
          <a:extLst>
            <a:ext uri="{FF2B5EF4-FFF2-40B4-BE49-F238E27FC236}">
              <a16:creationId xmlns:a16="http://schemas.microsoft.com/office/drawing/2014/main" id="{170BBA7A-2DA2-35EA-208B-F6026183A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6">
            <a:extLst>
              <a:ext uri="{FF2B5EF4-FFF2-40B4-BE49-F238E27FC236}">
                <a16:creationId xmlns:a16="http://schemas.microsoft.com/office/drawing/2014/main" id="{AF0A3E6C-BEB7-1585-145F-2C2F639FC3A8}"/>
              </a:ext>
            </a:extLst>
          </p:cNvPr>
          <p:cNvSpPr/>
          <p:nvPr/>
        </p:nvSpPr>
        <p:spPr>
          <a:xfrm>
            <a:off x="2570250" y="2473170"/>
            <a:ext cx="7211867" cy="3094899"/>
          </a:xfrm>
          <a:custGeom>
            <a:avLst/>
            <a:gdLst/>
            <a:ahLst/>
            <a:cxnLst/>
            <a:rect l="l" t="t" r="r" b="b"/>
            <a:pathLst>
              <a:path w="189761" h="81434" extrusionOk="0">
                <a:moveTo>
                  <a:pt x="132853" y="0"/>
                </a:moveTo>
                <a:cubicBezTo>
                  <a:pt x="130689" y="0"/>
                  <a:pt x="128529" y="103"/>
                  <a:pt x="126386" y="308"/>
                </a:cubicBezTo>
                <a:cubicBezTo>
                  <a:pt x="125656" y="369"/>
                  <a:pt x="124957" y="490"/>
                  <a:pt x="124228" y="582"/>
                </a:cubicBezTo>
                <a:lnTo>
                  <a:pt x="123164" y="734"/>
                </a:lnTo>
                <a:cubicBezTo>
                  <a:pt x="122799" y="764"/>
                  <a:pt x="122465" y="855"/>
                  <a:pt x="122100" y="916"/>
                </a:cubicBezTo>
                <a:lnTo>
                  <a:pt x="119972" y="1281"/>
                </a:lnTo>
                <a:lnTo>
                  <a:pt x="117875" y="1767"/>
                </a:lnTo>
                <a:lnTo>
                  <a:pt x="116811" y="2010"/>
                </a:lnTo>
                <a:lnTo>
                  <a:pt x="115778" y="2314"/>
                </a:lnTo>
                <a:lnTo>
                  <a:pt x="113711" y="2892"/>
                </a:lnTo>
                <a:lnTo>
                  <a:pt x="111644" y="3560"/>
                </a:lnTo>
                <a:lnTo>
                  <a:pt x="110641" y="3925"/>
                </a:lnTo>
                <a:cubicBezTo>
                  <a:pt x="110306" y="4047"/>
                  <a:pt x="109972" y="4168"/>
                  <a:pt x="109638" y="4290"/>
                </a:cubicBezTo>
                <a:cubicBezTo>
                  <a:pt x="106932" y="5293"/>
                  <a:pt x="104288" y="6448"/>
                  <a:pt x="101704" y="7725"/>
                </a:cubicBezTo>
                <a:cubicBezTo>
                  <a:pt x="99121" y="9001"/>
                  <a:pt x="96628" y="10399"/>
                  <a:pt x="94197" y="11950"/>
                </a:cubicBezTo>
                <a:cubicBezTo>
                  <a:pt x="91765" y="13469"/>
                  <a:pt x="89394" y="15141"/>
                  <a:pt x="87114" y="16874"/>
                </a:cubicBezTo>
                <a:cubicBezTo>
                  <a:pt x="82555" y="20369"/>
                  <a:pt x="78330" y="24260"/>
                  <a:pt x="74227" y="28302"/>
                </a:cubicBezTo>
                <a:cubicBezTo>
                  <a:pt x="70123" y="32315"/>
                  <a:pt x="66172" y="36479"/>
                  <a:pt x="61825" y="40248"/>
                </a:cubicBezTo>
                <a:cubicBezTo>
                  <a:pt x="59667" y="42132"/>
                  <a:pt x="57418" y="43895"/>
                  <a:pt x="54956" y="45415"/>
                </a:cubicBezTo>
                <a:cubicBezTo>
                  <a:pt x="52524" y="46905"/>
                  <a:pt x="49971" y="48242"/>
                  <a:pt x="47266" y="49154"/>
                </a:cubicBezTo>
                <a:cubicBezTo>
                  <a:pt x="44811" y="50009"/>
                  <a:pt x="42231" y="50538"/>
                  <a:pt x="39640" y="50538"/>
                </a:cubicBezTo>
                <a:cubicBezTo>
                  <a:pt x="39376" y="50538"/>
                  <a:pt x="39111" y="50533"/>
                  <a:pt x="38846" y="50522"/>
                </a:cubicBezTo>
                <a:cubicBezTo>
                  <a:pt x="38147" y="50522"/>
                  <a:pt x="37417" y="50430"/>
                  <a:pt x="36718" y="50370"/>
                </a:cubicBezTo>
                <a:cubicBezTo>
                  <a:pt x="36354" y="50339"/>
                  <a:pt x="36019" y="50248"/>
                  <a:pt x="35655" y="50218"/>
                </a:cubicBezTo>
                <a:cubicBezTo>
                  <a:pt x="35503" y="50187"/>
                  <a:pt x="35320" y="50157"/>
                  <a:pt x="35138" y="50126"/>
                </a:cubicBezTo>
                <a:lnTo>
                  <a:pt x="34621" y="50005"/>
                </a:lnTo>
                <a:cubicBezTo>
                  <a:pt x="33223" y="49701"/>
                  <a:pt x="31855" y="49245"/>
                  <a:pt x="30518" y="48698"/>
                </a:cubicBezTo>
                <a:cubicBezTo>
                  <a:pt x="27873" y="47664"/>
                  <a:pt x="25350" y="46266"/>
                  <a:pt x="22797" y="44990"/>
                </a:cubicBezTo>
                <a:cubicBezTo>
                  <a:pt x="20214" y="43683"/>
                  <a:pt x="17569" y="42467"/>
                  <a:pt x="14651" y="42132"/>
                </a:cubicBezTo>
                <a:cubicBezTo>
                  <a:pt x="14155" y="42070"/>
                  <a:pt x="13660" y="42040"/>
                  <a:pt x="13165" y="42040"/>
                </a:cubicBezTo>
                <a:cubicBezTo>
                  <a:pt x="12204" y="42040"/>
                  <a:pt x="11248" y="42155"/>
                  <a:pt x="10305" y="42376"/>
                </a:cubicBezTo>
                <a:cubicBezTo>
                  <a:pt x="9605" y="42558"/>
                  <a:pt x="8937" y="42801"/>
                  <a:pt x="8268" y="43105"/>
                </a:cubicBezTo>
                <a:cubicBezTo>
                  <a:pt x="7599" y="43409"/>
                  <a:pt x="6991" y="43774"/>
                  <a:pt x="6383" y="44199"/>
                </a:cubicBezTo>
                <a:cubicBezTo>
                  <a:pt x="4043" y="45932"/>
                  <a:pt x="2371" y="48455"/>
                  <a:pt x="1368" y="51160"/>
                </a:cubicBezTo>
                <a:cubicBezTo>
                  <a:pt x="396" y="53895"/>
                  <a:pt x="0" y="56813"/>
                  <a:pt x="335" y="59701"/>
                </a:cubicBezTo>
                <a:cubicBezTo>
                  <a:pt x="699" y="62558"/>
                  <a:pt x="1672" y="65324"/>
                  <a:pt x="3010" y="67877"/>
                </a:cubicBezTo>
                <a:cubicBezTo>
                  <a:pt x="3678" y="69154"/>
                  <a:pt x="4438" y="70370"/>
                  <a:pt x="5259" y="71555"/>
                </a:cubicBezTo>
                <a:cubicBezTo>
                  <a:pt x="6049" y="72741"/>
                  <a:pt x="6931" y="73896"/>
                  <a:pt x="7842" y="74990"/>
                </a:cubicBezTo>
                <a:cubicBezTo>
                  <a:pt x="9666" y="77239"/>
                  <a:pt x="11612" y="79337"/>
                  <a:pt x="13587" y="81434"/>
                </a:cubicBezTo>
                <a:lnTo>
                  <a:pt x="13618" y="81403"/>
                </a:lnTo>
                <a:cubicBezTo>
                  <a:pt x="11672" y="79276"/>
                  <a:pt x="9727" y="77178"/>
                  <a:pt x="7934" y="74929"/>
                </a:cubicBezTo>
                <a:cubicBezTo>
                  <a:pt x="7052" y="73805"/>
                  <a:pt x="6171" y="72650"/>
                  <a:pt x="5380" y="71464"/>
                </a:cubicBezTo>
                <a:cubicBezTo>
                  <a:pt x="4590" y="70279"/>
                  <a:pt x="3830" y="69063"/>
                  <a:pt x="3192" y="67786"/>
                </a:cubicBezTo>
                <a:cubicBezTo>
                  <a:pt x="1885" y="65233"/>
                  <a:pt x="912" y="62497"/>
                  <a:pt x="547" y="59671"/>
                </a:cubicBezTo>
                <a:cubicBezTo>
                  <a:pt x="244" y="56844"/>
                  <a:pt x="639" y="53926"/>
                  <a:pt x="1611" y="51251"/>
                </a:cubicBezTo>
                <a:cubicBezTo>
                  <a:pt x="2614" y="48607"/>
                  <a:pt x="4256" y="46114"/>
                  <a:pt x="6566" y="44442"/>
                </a:cubicBezTo>
                <a:cubicBezTo>
                  <a:pt x="7143" y="44047"/>
                  <a:pt x="7751" y="43683"/>
                  <a:pt x="8390" y="43379"/>
                </a:cubicBezTo>
                <a:cubicBezTo>
                  <a:pt x="9028" y="43075"/>
                  <a:pt x="9697" y="42831"/>
                  <a:pt x="10396" y="42680"/>
                </a:cubicBezTo>
                <a:cubicBezTo>
                  <a:pt x="11325" y="42473"/>
                  <a:pt x="12282" y="42351"/>
                  <a:pt x="13249" y="42351"/>
                </a:cubicBezTo>
                <a:cubicBezTo>
                  <a:pt x="13705" y="42351"/>
                  <a:pt x="14163" y="42378"/>
                  <a:pt x="14621" y="42436"/>
                </a:cubicBezTo>
                <a:cubicBezTo>
                  <a:pt x="17447" y="42801"/>
                  <a:pt x="20092" y="43987"/>
                  <a:pt x="22645" y="45263"/>
                </a:cubicBezTo>
                <a:cubicBezTo>
                  <a:pt x="25198" y="46540"/>
                  <a:pt x="27721" y="47938"/>
                  <a:pt x="30426" y="48971"/>
                </a:cubicBezTo>
                <a:cubicBezTo>
                  <a:pt x="31764" y="49488"/>
                  <a:pt x="33132" y="49944"/>
                  <a:pt x="34560" y="50248"/>
                </a:cubicBezTo>
                <a:lnTo>
                  <a:pt x="35077" y="50370"/>
                </a:lnTo>
                <a:cubicBezTo>
                  <a:pt x="35259" y="50400"/>
                  <a:pt x="35442" y="50430"/>
                  <a:pt x="35624" y="50461"/>
                </a:cubicBezTo>
                <a:cubicBezTo>
                  <a:pt x="35958" y="50522"/>
                  <a:pt x="36323" y="50582"/>
                  <a:pt x="36688" y="50643"/>
                </a:cubicBezTo>
                <a:cubicBezTo>
                  <a:pt x="37417" y="50704"/>
                  <a:pt x="38117" y="50795"/>
                  <a:pt x="38846" y="50795"/>
                </a:cubicBezTo>
                <a:cubicBezTo>
                  <a:pt x="39046" y="50801"/>
                  <a:pt x="39246" y="50805"/>
                  <a:pt x="39446" y="50805"/>
                </a:cubicBezTo>
                <a:cubicBezTo>
                  <a:pt x="42133" y="50805"/>
                  <a:pt x="44809" y="50244"/>
                  <a:pt x="47326" y="49367"/>
                </a:cubicBezTo>
                <a:cubicBezTo>
                  <a:pt x="50062" y="48424"/>
                  <a:pt x="52615" y="47087"/>
                  <a:pt x="55047" y="45567"/>
                </a:cubicBezTo>
                <a:cubicBezTo>
                  <a:pt x="57509" y="44047"/>
                  <a:pt x="59789" y="42254"/>
                  <a:pt x="61916" y="40369"/>
                </a:cubicBezTo>
                <a:cubicBezTo>
                  <a:pt x="64105" y="38455"/>
                  <a:pt x="66141" y="36448"/>
                  <a:pt x="68208" y="34442"/>
                </a:cubicBezTo>
                <a:cubicBezTo>
                  <a:pt x="70245" y="32436"/>
                  <a:pt x="72281" y="30400"/>
                  <a:pt x="74318" y="28394"/>
                </a:cubicBezTo>
                <a:cubicBezTo>
                  <a:pt x="78452" y="24381"/>
                  <a:pt x="82677" y="20521"/>
                  <a:pt x="87266" y="17056"/>
                </a:cubicBezTo>
                <a:cubicBezTo>
                  <a:pt x="89546" y="15324"/>
                  <a:pt x="91887" y="13682"/>
                  <a:pt x="94318" y="12162"/>
                </a:cubicBezTo>
                <a:cubicBezTo>
                  <a:pt x="96750" y="10643"/>
                  <a:pt x="99273" y="9244"/>
                  <a:pt x="101826" y="7968"/>
                </a:cubicBezTo>
                <a:cubicBezTo>
                  <a:pt x="104410" y="6722"/>
                  <a:pt x="107054" y="5567"/>
                  <a:pt x="109729" y="4594"/>
                </a:cubicBezTo>
                <a:cubicBezTo>
                  <a:pt x="110063" y="4472"/>
                  <a:pt x="110398" y="4351"/>
                  <a:pt x="110762" y="4229"/>
                </a:cubicBezTo>
                <a:lnTo>
                  <a:pt x="111765" y="3895"/>
                </a:lnTo>
                <a:lnTo>
                  <a:pt x="113802" y="3226"/>
                </a:lnTo>
                <a:lnTo>
                  <a:pt x="115869" y="2649"/>
                </a:lnTo>
                <a:lnTo>
                  <a:pt x="116902" y="2345"/>
                </a:lnTo>
                <a:lnTo>
                  <a:pt x="117966" y="2101"/>
                </a:lnTo>
                <a:lnTo>
                  <a:pt x="120063" y="1645"/>
                </a:lnTo>
                <a:lnTo>
                  <a:pt x="122161" y="1250"/>
                </a:lnTo>
                <a:cubicBezTo>
                  <a:pt x="122525" y="1190"/>
                  <a:pt x="122860" y="1129"/>
                  <a:pt x="123225" y="1068"/>
                </a:cubicBezTo>
                <a:lnTo>
                  <a:pt x="124288" y="916"/>
                </a:lnTo>
                <a:cubicBezTo>
                  <a:pt x="124987" y="855"/>
                  <a:pt x="125717" y="734"/>
                  <a:pt x="126416" y="673"/>
                </a:cubicBezTo>
                <a:cubicBezTo>
                  <a:pt x="128482" y="453"/>
                  <a:pt x="130548" y="360"/>
                  <a:pt x="132613" y="360"/>
                </a:cubicBezTo>
                <a:cubicBezTo>
                  <a:pt x="133405" y="360"/>
                  <a:pt x="134196" y="374"/>
                  <a:pt x="134988" y="399"/>
                </a:cubicBezTo>
                <a:cubicBezTo>
                  <a:pt x="137845" y="521"/>
                  <a:pt x="140702" y="855"/>
                  <a:pt x="143498" y="1402"/>
                </a:cubicBezTo>
                <a:cubicBezTo>
                  <a:pt x="146325" y="1949"/>
                  <a:pt x="149061" y="2740"/>
                  <a:pt x="151766" y="3743"/>
                </a:cubicBezTo>
                <a:cubicBezTo>
                  <a:pt x="154441" y="4746"/>
                  <a:pt x="157025" y="5992"/>
                  <a:pt x="159487" y="7451"/>
                </a:cubicBezTo>
                <a:cubicBezTo>
                  <a:pt x="161949" y="8910"/>
                  <a:pt x="164259" y="10582"/>
                  <a:pt x="166417" y="12466"/>
                </a:cubicBezTo>
                <a:cubicBezTo>
                  <a:pt x="170703" y="16266"/>
                  <a:pt x="174229" y="20916"/>
                  <a:pt x="176630" y="26114"/>
                </a:cubicBezTo>
                <a:cubicBezTo>
                  <a:pt x="177815" y="28698"/>
                  <a:pt x="178697" y="31464"/>
                  <a:pt x="179274" y="34260"/>
                </a:cubicBezTo>
                <a:cubicBezTo>
                  <a:pt x="179609" y="35658"/>
                  <a:pt x="179730" y="37087"/>
                  <a:pt x="179913" y="38485"/>
                </a:cubicBezTo>
                <a:cubicBezTo>
                  <a:pt x="180095" y="39914"/>
                  <a:pt x="180277" y="41342"/>
                  <a:pt x="180520" y="42771"/>
                </a:cubicBezTo>
                <a:cubicBezTo>
                  <a:pt x="181037" y="45597"/>
                  <a:pt x="181736" y="48424"/>
                  <a:pt x="183165" y="50947"/>
                </a:cubicBezTo>
                <a:cubicBezTo>
                  <a:pt x="183499" y="51585"/>
                  <a:pt x="183925" y="52163"/>
                  <a:pt x="184381" y="52740"/>
                </a:cubicBezTo>
                <a:cubicBezTo>
                  <a:pt x="184837" y="53288"/>
                  <a:pt x="185353" y="53804"/>
                  <a:pt x="185900" y="54260"/>
                </a:cubicBezTo>
                <a:cubicBezTo>
                  <a:pt x="187025" y="55172"/>
                  <a:pt x="188363" y="55780"/>
                  <a:pt x="189761" y="56114"/>
                </a:cubicBezTo>
                <a:lnTo>
                  <a:pt x="189761" y="56084"/>
                </a:lnTo>
                <a:cubicBezTo>
                  <a:pt x="188393" y="55750"/>
                  <a:pt x="187056" y="55111"/>
                  <a:pt x="185961" y="54199"/>
                </a:cubicBezTo>
                <a:cubicBezTo>
                  <a:pt x="185384" y="53744"/>
                  <a:pt x="184897" y="53227"/>
                  <a:pt x="184441" y="52680"/>
                </a:cubicBezTo>
                <a:cubicBezTo>
                  <a:pt x="184016" y="52102"/>
                  <a:pt x="183590" y="51525"/>
                  <a:pt x="183256" y="50886"/>
                </a:cubicBezTo>
                <a:cubicBezTo>
                  <a:pt x="181888" y="48394"/>
                  <a:pt x="181220" y="45537"/>
                  <a:pt x="180733" y="42740"/>
                </a:cubicBezTo>
                <a:cubicBezTo>
                  <a:pt x="180490" y="41312"/>
                  <a:pt x="180308" y="39914"/>
                  <a:pt x="180125" y="38485"/>
                </a:cubicBezTo>
                <a:cubicBezTo>
                  <a:pt x="179943" y="37056"/>
                  <a:pt x="179821" y="35628"/>
                  <a:pt x="179487" y="34199"/>
                </a:cubicBezTo>
                <a:cubicBezTo>
                  <a:pt x="178940" y="31403"/>
                  <a:pt x="178058" y="28606"/>
                  <a:pt x="176873" y="25992"/>
                </a:cubicBezTo>
                <a:cubicBezTo>
                  <a:pt x="174502" y="20734"/>
                  <a:pt x="170976" y="16023"/>
                  <a:pt x="166660" y="12193"/>
                </a:cubicBezTo>
                <a:cubicBezTo>
                  <a:pt x="164502" y="10278"/>
                  <a:pt x="162161" y="8606"/>
                  <a:pt x="159669" y="7117"/>
                </a:cubicBezTo>
                <a:cubicBezTo>
                  <a:pt x="157207" y="5658"/>
                  <a:pt x="154593" y="4381"/>
                  <a:pt x="151888" y="3408"/>
                </a:cubicBezTo>
                <a:cubicBezTo>
                  <a:pt x="149182" y="2405"/>
                  <a:pt x="146416" y="1585"/>
                  <a:pt x="143590" y="1038"/>
                </a:cubicBezTo>
                <a:cubicBezTo>
                  <a:pt x="140763" y="490"/>
                  <a:pt x="137875" y="156"/>
                  <a:pt x="135018" y="35"/>
                </a:cubicBezTo>
                <a:cubicBezTo>
                  <a:pt x="134296" y="12"/>
                  <a:pt x="133574" y="0"/>
                  <a:pt x="1328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470" name="Google Shape;470;p46">
            <a:extLst>
              <a:ext uri="{FF2B5EF4-FFF2-40B4-BE49-F238E27FC236}">
                <a16:creationId xmlns:a16="http://schemas.microsoft.com/office/drawing/2014/main" id="{365AC504-CE90-937F-D1B0-19E12B524704}"/>
              </a:ext>
            </a:extLst>
          </p:cNvPr>
          <p:cNvSpPr/>
          <p:nvPr/>
        </p:nvSpPr>
        <p:spPr>
          <a:xfrm>
            <a:off x="-222553" y="-222069"/>
            <a:ext cx="1773763" cy="6019421"/>
          </a:xfrm>
          <a:custGeom>
            <a:avLst/>
            <a:gdLst/>
            <a:ahLst/>
            <a:cxnLst/>
            <a:rect l="l" t="t" r="r" b="b"/>
            <a:pathLst>
              <a:path w="57571" h="178332" extrusionOk="0">
                <a:moveTo>
                  <a:pt x="17623" y="94521"/>
                </a:moveTo>
                <a:cubicBezTo>
                  <a:pt x="17687" y="94521"/>
                  <a:pt x="17750" y="94524"/>
                  <a:pt x="17813" y="94531"/>
                </a:cubicBezTo>
                <a:cubicBezTo>
                  <a:pt x="18390" y="94562"/>
                  <a:pt x="18876" y="94987"/>
                  <a:pt x="19059" y="95534"/>
                </a:cubicBezTo>
                <a:cubicBezTo>
                  <a:pt x="19272" y="96081"/>
                  <a:pt x="19211" y="96720"/>
                  <a:pt x="19028" y="97297"/>
                </a:cubicBezTo>
                <a:cubicBezTo>
                  <a:pt x="18603" y="98422"/>
                  <a:pt x="17600" y="99273"/>
                  <a:pt x="16536" y="99790"/>
                </a:cubicBezTo>
                <a:cubicBezTo>
                  <a:pt x="15442" y="100367"/>
                  <a:pt x="14226" y="100641"/>
                  <a:pt x="12980" y="100762"/>
                </a:cubicBezTo>
                <a:cubicBezTo>
                  <a:pt x="12918" y="100768"/>
                  <a:pt x="12857" y="100773"/>
                  <a:pt x="12795" y="100777"/>
                </a:cubicBezTo>
                <a:lnTo>
                  <a:pt x="12795" y="100777"/>
                </a:lnTo>
                <a:cubicBezTo>
                  <a:pt x="12928" y="100384"/>
                  <a:pt x="13070" y="99994"/>
                  <a:pt x="13223" y="99607"/>
                </a:cubicBezTo>
                <a:cubicBezTo>
                  <a:pt x="13709" y="98483"/>
                  <a:pt x="14226" y="97328"/>
                  <a:pt x="14925" y="96355"/>
                </a:cubicBezTo>
                <a:cubicBezTo>
                  <a:pt x="15290" y="95869"/>
                  <a:pt x="15715" y="95413"/>
                  <a:pt x="16202" y="95048"/>
                </a:cubicBezTo>
                <a:cubicBezTo>
                  <a:pt x="16606" y="94725"/>
                  <a:pt x="17129" y="94521"/>
                  <a:pt x="17623" y="94521"/>
                </a:cubicBezTo>
                <a:close/>
                <a:moveTo>
                  <a:pt x="15381" y="1"/>
                </a:moveTo>
                <a:lnTo>
                  <a:pt x="15350" y="31"/>
                </a:lnTo>
                <a:cubicBezTo>
                  <a:pt x="17387" y="1490"/>
                  <a:pt x="19302" y="3071"/>
                  <a:pt x="21004" y="4895"/>
                </a:cubicBezTo>
                <a:cubicBezTo>
                  <a:pt x="22706" y="6688"/>
                  <a:pt x="24196" y="8694"/>
                  <a:pt x="25320" y="10913"/>
                </a:cubicBezTo>
                <a:cubicBezTo>
                  <a:pt x="26445" y="13132"/>
                  <a:pt x="27144" y="15533"/>
                  <a:pt x="27448" y="17995"/>
                </a:cubicBezTo>
                <a:cubicBezTo>
                  <a:pt x="27722" y="20457"/>
                  <a:pt x="27570" y="22950"/>
                  <a:pt x="27144" y="25381"/>
                </a:cubicBezTo>
                <a:cubicBezTo>
                  <a:pt x="26718" y="27813"/>
                  <a:pt x="25989" y="30214"/>
                  <a:pt x="25107" y="32524"/>
                </a:cubicBezTo>
                <a:cubicBezTo>
                  <a:pt x="24226" y="34834"/>
                  <a:pt x="23193" y="37084"/>
                  <a:pt x="22068" y="39302"/>
                </a:cubicBezTo>
                <a:cubicBezTo>
                  <a:pt x="19819" y="43740"/>
                  <a:pt x="17235" y="47996"/>
                  <a:pt x="14651" y="52251"/>
                </a:cubicBezTo>
                <a:cubicBezTo>
                  <a:pt x="12068" y="56476"/>
                  <a:pt x="9454" y="60701"/>
                  <a:pt x="7052" y="65078"/>
                </a:cubicBezTo>
                <a:cubicBezTo>
                  <a:pt x="4682" y="69455"/>
                  <a:pt x="2493" y="73953"/>
                  <a:pt x="1186" y="78786"/>
                </a:cubicBezTo>
                <a:cubicBezTo>
                  <a:pt x="517" y="81188"/>
                  <a:pt x="92" y="83650"/>
                  <a:pt x="61" y="86142"/>
                </a:cubicBezTo>
                <a:cubicBezTo>
                  <a:pt x="1" y="88634"/>
                  <a:pt x="396" y="91157"/>
                  <a:pt x="1247" y="93498"/>
                </a:cubicBezTo>
                <a:cubicBezTo>
                  <a:pt x="1672" y="94683"/>
                  <a:pt x="2250" y="95777"/>
                  <a:pt x="3040" y="96780"/>
                </a:cubicBezTo>
                <a:cubicBezTo>
                  <a:pt x="3800" y="97783"/>
                  <a:pt x="4742" y="98635"/>
                  <a:pt x="5806" y="99303"/>
                </a:cubicBezTo>
                <a:cubicBezTo>
                  <a:pt x="7646" y="100433"/>
                  <a:pt x="9827" y="101018"/>
                  <a:pt x="11995" y="101018"/>
                </a:cubicBezTo>
                <a:cubicBezTo>
                  <a:pt x="12119" y="101018"/>
                  <a:pt x="12243" y="101016"/>
                  <a:pt x="12367" y="101012"/>
                </a:cubicBezTo>
                <a:lnTo>
                  <a:pt x="12367" y="101012"/>
                </a:lnTo>
                <a:cubicBezTo>
                  <a:pt x="12144" y="101692"/>
                  <a:pt x="11950" y="102382"/>
                  <a:pt x="11794" y="103072"/>
                </a:cubicBezTo>
                <a:cubicBezTo>
                  <a:pt x="11217" y="105504"/>
                  <a:pt x="10943" y="107996"/>
                  <a:pt x="10943" y="110489"/>
                </a:cubicBezTo>
                <a:cubicBezTo>
                  <a:pt x="11004" y="115504"/>
                  <a:pt x="12189" y="120519"/>
                  <a:pt x="14651" y="124896"/>
                </a:cubicBezTo>
                <a:cubicBezTo>
                  <a:pt x="15867" y="127085"/>
                  <a:pt x="17387" y="129091"/>
                  <a:pt x="19211" y="130823"/>
                </a:cubicBezTo>
                <a:cubicBezTo>
                  <a:pt x="21004" y="132556"/>
                  <a:pt x="23041" y="134045"/>
                  <a:pt x="25168" y="135352"/>
                </a:cubicBezTo>
                <a:cubicBezTo>
                  <a:pt x="29424" y="137966"/>
                  <a:pt x="34013" y="139942"/>
                  <a:pt x="38451" y="142131"/>
                </a:cubicBezTo>
                <a:cubicBezTo>
                  <a:pt x="40700" y="143225"/>
                  <a:pt x="42889" y="144410"/>
                  <a:pt x="44956" y="145748"/>
                </a:cubicBezTo>
                <a:cubicBezTo>
                  <a:pt x="47023" y="147116"/>
                  <a:pt x="48999" y="148666"/>
                  <a:pt x="50640" y="150489"/>
                </a:cubicBezTo>
                <a:cubicBezTo>
                  <a:pt x="51461" y="151401"/>
                  <a:pt x="52220" y="152404"/>
                  <a:pt x="52889" y="153438"/>
                </a:cubicBezTo>
                <a:cubicBezTo>
                  <a:pt x="53558" y="154471"/>
                  <a:pt x="54105" y="155596"/>
                  <a:pt x="54622" y="156721"/>
                </a:cubicBezTo>
                <a:cubicBezTo>
                  <a:pt x="55655" y="158970"/>
                  <a:pt x="56415" y="161341"/>
                  <a:pt x="56871" y="163803"/>
                </a:cubicBezTo>
                <a:cubicBezTo>
                  <a:pt x="57297" y="166234"/>
                  <a:pt x="57418" y="168727"/>
                  <a:pt x="57145" y="171189"/>
                </a:cubicBezTo>
                <a:cubicBezTo>
                  <a:pt x="56841" y="173651"/>
                  <a:pt x="56172" y="176082"/>
                  <a:pt x="55017" y="178301"/>
                </a:cubicBezTo>
                <a:lnTo>
                  <a:pt x="55047" y="178332"/>
                </a:lnTo>
                <a:cubicBezTo>
                  <a:pt x="56202" y="176113"/>
                  <a:pt x="56932" y="173681"/>
                  <a:pt x="57236" y="171219"/>
                </a:cubicBezTo>
                <a:cubicBezTo>
                  <a:pt x="57570" y="168727"/>
                  <a:pt x="57479" y="166234"/>
                  <a:pt x="57023" y="163772"/>
                </a:cubicBezTo>
                <a:cubicBezTo>
                  <a:pt x="56597" y="161310"/>
                  <a:pt x="55838" y="158909"/>
                  <a:pt x="54834" y="156629"/>
                </a:cubicBezTo>
                <a:cubicBezTo>
                  <a:pt x="54318" y="155505"/>
                  <a:pt x="53771" y="154380"/>
                  <a:pt x="53102" y="153316"/>
                </a:cubicBezTo>
                <a:cubicBezTo>
                  <a:pt x="52433" y="152252"/>
                  <a:pt x="51673" y="151249"/>
                  <a:pt x="50822" y="150337"/>
                </a:cubicBezTo>
                <a:cubicBezTo>
                  <a:pt x="49181" y="148453"/>
                  <a:pt x="47205" y="146872"/>
                  <a:pt x="45138" y="145505"/>
                </a:cubicBezTo>
                <a:cubicBezTo>
                  <a:pt x="43041" y="144137"/>
                  <a:pt x="40852" y="142951"/>
                  <a:pt x="38634" y="141827"/>
                </a:cubicBezTo>
                <a:cubicBezTo>
                  <a:pt x="34165" y="139577"/>
                  <a:pt x="29576" y="137632"/>
                  <a:pt x="25351" y="135048"/>
                </a:cubicBezTo>
                <a:cubicBezTo>
                  <a:pt x="23253" y="133741"/>
                  <a:pt x="21247" y="132282"/>
                  <a:pt x="19454" y="130550"/>
                </a:cubicBezTo>
                <a:cubicBezTo>
                  <a:pt x="17691" y="128848"/>
                  <a:pt x="16171" y="126872"/>
                  <a:pt x="14955" y="124714"/>
                </a:cubicBezTo>
                <a:cubicBezTo>
                  <a:pt x="12524" y="120398"/>
                  <a:pt x="11369" y="115443"/>
                  <a:pt x="11308" y="110489"/>
                </a:cubicBezTo>
                <a:cubicBezTo>
                  <a:pt x="11277" y="108027"/>
                  <a:pt x="11551" y="105534"/>
                  <a:pt x="12129" y="103133"/>
                </a:cubicBezTo>
                <a:cubicBezTo>
                  <a:pt x="12293" y="102419"/>
                  <a:pt x="12491" y="101704"/>
                  <a:pt x="12723" y="100996"/>
                </a:cubicBezTo>
                <a:lnTo>
                  <a:pt x="12723" y="100996"/>
                </a:lnTo>
                <a:cubicBezTo>
                  <a:pt x="12819" y="100990"/>
                  <a:pt x="12914" y="100983"/>
                  <a:pt x="13010" y="100975"/>
                </a:cubicBezTo>
                <a:cubicBezTo>
                  <a:pt x="14256" y="100884"/>
                  <a:pt x="15502" y="100580"/>
                  <a:pt x="16627" y="100033"/>
                </a:cubicBezTo>
                <a:cubicBezTo>
                  <a:pt x="17205" y="99729"/>
                  <a:pt x="17752" y="99394"/>
                  <a:pt x="18208" y="98969"/>
                </a:cubicBezTo>
                <a:cubicBezTo>
                  <a:pt x="18664" y="98513"/>
                  <a:pt x="19059" y="97996"/>
                  <a:pt x="19272" y="97358"/>
                </a:cubicBezTo>
                <a:cubicBezTo>
                  <a:pt x="19484" y="96780"/>
                  <a:pt x="19545" y="96081"/>
                  <a:pt x="19332" y="95443"/>
                </a:cubicBezTo>
                <a:cubicBezTo>
                  <a:pt x="19120" y="94835"/>
                  <a:pt x="18542" y="94288"/>
                  <a:pt x="17843" y="94227"/>
                </a:cubicBezTo>
                <a:cubicBezTo>
                  <a:pt x="17780" y="94221"/>
                  <a:pt x="17717" y="94219"/>
                  <a:pt x="17655" y="94219"/>
                </a:cubicBezTo>
                <a:cubicBezTo>
                  <a:pt x="17055" y="94219"/>
                  <a:pt x="16487" y="94474"/>
                  <a:pt x="16019" y="94805"/>
                </a:cubicBezTo>
                <a:cubicBezTo>
                  <a:pt x="15502" y="95169"/>
                  <a:pt x="15047" y="95656"/>
                  <a:pt x="14682" y="96173"/>
                </a:cubicBezTo>
                <a:cubicBezTo>
                  <a:pt x="13922" y="97176"/>
                  <a:pt x="13405" y="98331"/>
                  <a:pt x="12919" y="99486"/>
                </a:cubicBezTo>
                <a:cubicBezTo>
                  <a:pt x="12749" y="99915"/>
                  <a:pt x="12588" y="100354"/>
                  <a:pt x="12438" y="100797"/>
                </a:cubicBezTo>
                <a:lnTo>
                  <a:pt x="12438" y="100797"/>
                </a:lnTo>
                <a:cubicBezTo>
                  <a:pt x="12277" y="100804"/>
                  <a:pt x="12115" y="100807"/>
                  <a:pt x="11953" y="100807"/>
                </a:cubicBezTo>
                <a:cubicBezTo>
                  <a:pt x="9842" y="100807"/>
                  <a:pt x="7701" y="100245"/>
                  <a:pt x="5897" y="99121"/>
                </a:cubicBezTo>
                <a:cubicBezTo>
                  <a:pt x="4864" y="98483"/>
                  <a:pt x="3922" y="97632"/>
                  <a:pt x="3162" y="96659"/>
                </a:cubicBezTo>
                <a:cubicBezTo>
                  <a:pt x="2402" y="95717"/>
                  <a:pt x="1824" y="94592"/>
                  <a:pt x="1368" y="93437"/>
                </a:cubicBezTo>
                <a:cubicBezTo>
                  <a:pt x="517" y="91127"/>
                  <a:pt x="153" y="88634"/>
                  <a:pt x="183" y="86142"/>
                </a:cubicBezTo>
                <a:cubicBezTo>
                  <a:pt x="213" y="83680"/>
                  <a:pt x="639" y="81188"/>
                  <a:pt x="1308" y="78817"/>
                </a:cubicBezTo>
                <a:cubicBezTo>
                  <a:pt x="2645" y="74014"/>
                  <a:pt x="4834" y="69516"/>
                  <a:pt x="7235" y="65169"/>
                </a:cubicBezTo>
                <a:cubicBezTo>
                  <a:pt x="9636" y="60822"/>
                  <a:pt x="12281" y="56628"/>
                  <a:pt x="14895" y="52373"/>
                </a:cubicBezTo>
                <a:cubicBezTo>
                  <a:pt x="17509" y="48148"/>
                  <a:pt x="20092" y="43892"/>
                  <a:pt x="22341" y="39454"/>
                </a:cubicBezTo>
                <a:cubicBezTo>
                  <a:pt x="23466" y="37236"/>
                  <a:pt x="24500" y="34956"/>
                  <a:pt x="25381" y="32615"/>
                </a:cubicBezTo>
                <a:cubicBezTo>
                  <a:pt x="26263" y="30275"/>
                  <a:pt x="26962" y="27874"/>
                  <a:pt x="27418" y="25412"/>
                </a:cubicBezTo>
                <a:cubicBezTo>
                  <a:pt x="27843" y="22980"/>
                  <a:pt x="27965" y="20457"/>
                  <a:pt x="27661" y="17965"/>
                </a:cubicBezTo>
                <a:cubicBezTo>
                  <a:pt x="27357" y="15472"/>
                  <a:pt x="26627" y="13041"/>
                  <a:pt x="25472" y="10822"/>
                </a:cubicBezTo>
                <a:cubicBezTo>
                  <a:pt x="24348" y="8603"/>
                  <a:pt x="22828" y="6597"/>
                  <a:pt x="21095" y="4803"/>
                </a:cubicBezTo>
                <a:cubicBezTo>
                  <a:pt x="19363" y="3010"/>
                  <a:pt x="17417" y="1430"/>
                  <a:pt x="153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471" name="Google Shape;471;p46">
            <a:extLst>
              <a:ext uri="{FF2B5EF4-FFF2-40B4-BE49-F238E27FC236}">
                <a16:creationId xmlns:a16="http://schemas.microsoft.com/office/drawing/2014/main" id="{5A56155D-3370-200A-E130-9B4C510482D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347" y="868683"/>
            <a:ext cx="4432950" cy="1055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  <a:t>Estudo de </a:t>
            </a:r>
            <a:r>
              <a:rPr lang="pt-PT" sz="3200" b="1" i="1" noProof="0" dirty="0" err="1">
                <a:latin typeface="Garet" panose="020B0604020202020204" charset="0"/>
                <a:ea typeface="Verdana" panose="020B0604030504040204" pitchFamily="34" charset="0"/>
              </a:rPr>
              <a:t>Guidelines</a:t>
            </a:r>
            <a:b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</a:br>
            <a: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  <a:t>para Páginas </a:t>
            </a:r>
            <a:r>
              <a:rPr lang="pt-PT" sz="3200" b="1" dirty="0">
                <a:latin typeface="Garet" panose="020B0604020202020204" charset="0"/>
                <a:ea typeface="Verdana" panose="020B0604030504040204" pitchFamily="34" charset="0"/>
              </a:rPr>
              <a:t>W</a:t>
            </a:r>
            <a:r>
              <a:rPr lang="pt-PT" sz="3200" b="1" noProof="0" dirty="0" err="1">
                <a:latin typeface="Garet" panose="020B0604020202020204" charset="0"/>
                <a:ea typeface="Verdana" panose="020B0604030504040204" pitchFamily="34" charset="0"/>
              </a:rPr>
              <a:t>eb</a:t>
            </a:r>
            <a:r>
              <a:rPr lang="pt-PT" sz="3200" b="1" noProof="0" dirty="0">
                <a:latin typeface="Garet" panose="020B0604020202020204" charset="0"/>
                <a:ea typeface="Verdana" panose="020B0604030504040204" pitchFamily="34" charset="0"/>
              </a:rPr>
              <a:t>.</a:t>
            </a:r>
            <a:endParaRPr lang="pt-PT" sz="4800" noProof="0" dirty="0">
              <a:latin typeface="Garet" panose="020B0604020202020204" charset="0"/>
            </a:endParaRPr>
          </a:p>
        </p:txBody>
      </p:sp>
      <p:grpSp>
        <p:nvGrpSpPr>
          <p:cNvPr id="473" name="Google Shape;473;p46">
            <a:extLst>
              <a:ext uri="{FF2B5EF4-FFF2-40B4-BE49-F238E27FC236}">
                <a16:creationId xmlns:a16="http://schemas.microsoft.com/office/drawing/2014/main" id="{0362E359-A1DD-3953-04DD-392ED62EAAA9}"/>
              </a:ext>
            </a:extLst>
          </p:cNvPr>
          <p:cNvGrpSpPr/>
          <p:nvPr/>
        </p:nvGrpSpPr>
        <p:grpSpPr>
          <a:xfrm>
            <a:off x="5237148" y="838398"/>
            <a:ext cx="3561036" cy="3466704"/>
            <a:chOff x="3766300" y="1724475"/>
            <a:chExt cx="2753875" cy="2680925"/>
          </a:xfrm>
        </p:grpSpPr>
        <p:sp>
          <p:nvSpPr>
            <p:cNvPr id="474" name="Google Shape;474;p46">
              <a:extLst>
                <a:ext uri="{FF2B5EF4-FFF2-40B4-BE49-F238E27FC236}">
                  <a16:creationId xmlns:a16="http://schemas.microsoft.com/office/drawing/2014/main" id="{E72FB49E-5892-704E-E22F-38DC9C9D54E8}"/>
                </a:ext>
              </a:extLst>
            </p:cNvPr>
            <p:cNvSpPr/>
            <p:nvPr/>
          </p:nvSpPr>
          <p:spPr>
            <a:xfrm>
              <a:off x="4156125" y="2037550"/>
              <a:ext cx="1726500" cy="2351125"/>
            </a:xfrm>
            <a:custGeom>
              <a:avLst/>
              <a:gdLst/>
              <a:ahLst/>
              <a:cxnLst/>
              <a:rect l="l" t="t" r="r" b="b"/>
              <a:pathLst>
                <a:path w="69060" h="94045" extrusionOk="0">
                  <a:moveTo>
                    <a:pt x="62980" y="94045"/>
                  </a:moveTo>
                  <a:lnTo>
                    <a:pt x="6079" y="94045"/>
                  </a:lnTo>
                  <a:cubicBezTo>
                    <a:pt x="2705" y="94045"/>
                    <a:pt x="0" y="91309"/>
                    <a:pt x="0" y="87965"/>
                  </a:cubicBezTo>
                  <a:lnTo>
                    <a:pt x="0" y="6080"/>
                  </a:lnTo>
                  <a:cubicBezTo>
                    <a:pt x="0" y="2736"/>
                    <a:pt x="2705" y="1"/>
                    <a:pt x="6079" y="1"/>
                  </a:cubicBezTo>
                  <a:lnTo>
                    <a:pt x="62980" y="1"/>
                  </a:lnTo>
                  <a:cubicBezTo>
                    <a:pt x="66324" y="1"/>
                    <a:pt x="69059" y="2736"/>
                    <a:pt x="69059" y="6080"/>
                  </a:cubicBezTo>
                  <a:lnTo>
                    <a:pt x="69059" y="87965"/>
                  </a:lnTo>
                  <a:cubicBezTo>
                    <a:pt x="69059" y="91309"/>
                    <a:pt x="66324" y="94045"/>
                    <a:pt x="62980" y="9404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5" name="Google Shape;475;p46">
              <a:extLst>
                <a:ext uri="{FF2B5EF4-FFF2-40B4-BE49-F238E27FC236}">
                  <a16:creationId xmlns:a16="http://schemas.microsoft.com/office/drawing/2014/main" id="{A678C022-4B8A-612D-BA48-17813898DC83}"/>
                </a:ext>
              </a:extLst>
            </p:cNvPr>
            <p:cNvSpPr/>
            <p:nvPr/>
          </p:nvSpPr>
          <p:spPr>
            <a:xfrm>
              <a:off x="4929700" y="4226025"/>
              <a:ext cx="179350" cy="179375"/>
            </a:xfrm>
            <a:custGeom>
              <a:avLst/>
              <a:gdLst/>
              <a:ahLst/>
              <a:cxnLst/>
              <a:rect l="l" t="t" r="r" b="b"/>
              <a:pathLst>
                <a:path w="7174" h="7175" extrusionOk="0">
                  <a:moveTo>
                    <a:pt x="7173" y="3588"/>
                  </a:moveTo>
                  <a:cubicBezTo>
                    <a:pt x="7173" y="5563"/>
                    <a:pt x="5562" y="7174"/>
                    <a:pt x="3587" y="7174"/>
                  </a:cubicBezTo>
                  <a:cubicBezTo>
                    <a:pt x="1611" y="7174"/>
                    <a:pt x="0" y="5563"/>
                    <a:pt x="0" y="3588"/>
                  </a:cubicBezTo>
                  <a:cubicBezTo>
                    <a:pt x="0" y="1612"/>
                    <a:pt x="1611" y="1"/>
                    <a:pt x="3587" y="1"/>
                  </a:cubicBezTo>
                  <a:cubicBezTo>
                    <a:pt x="5562" y="1"/>
                    <a:pt x="7173" y="1612"/>
                    <a:pt x="7173" y="3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6" name="Google Shape;476;p46">
              <a:extLst>
                <a:ext uri="{FF2B5EF4-FFF2-40B4-BE49-F238E27FC236}">
                  <a16:creationId xmlns:a16="http://schemas.microsoft.com/office/drawing/2014/main" id="{03F76CF1-3E5C-30DB-F812-B44F78B2AB43}"/>
                </a:ext>
              </a:extLst>
            </p:cNvPr>
            <p:cNvSpPr/>
            <p:nvPr/>
          </p:nvSpPr>
          <p:spPr>
            <a:xfrm>
              <a:off x="4309625" y="1920525"/>
              <a:ext cx="1598075" cy="2249300"/>
            </a:xfrm>
            <a:custGeom>
              <a:avLst/>
              <a:gdLst/>
              <a:ahLst/>
              <a:cxnLst/>
              <a:rect l="l" t="t" r="r" b="b"/>
              <a:pathLst>
                <a:path w="63923" h="89972" extrusionOk="0">
                  <a:moveTo>
                    <a:pt x="58937" y="89972"/>
                  </a:moveTo>
                  <a:lnTo>
                    <a:pt x="5015" y="89972"/>
                  </a:lnTo>
                  <a:cubicBezTo>
                    <a:pt x="2249" y="89972"/>
                    <a:pt x="0" y="87753"/>
                    <a:pt x="0" y="84987"/>
                  </a:cubicBezTo>
                  <a:lnTo>
                    <a:pt x="0" y="4986"/>
                  </a:lnTo>
                  <a:cubicBezTo>
                    <a:pt x="0" y="2220"/>
                    <a:pt x="2249" y="1"/>
                    <a:pt x="5015" y="1"/>
                  </a:cubicBezTo>
                  <a:lnTo>
                    <a:pt x="58937" y="1"/>
                  </a:lnTo>
                  <a:cubicBezTo>
                    <a:pt x="61673" y="1"/>
                    <a:pt x="63922" y="2220"/>
                    <a:pt x="63922" y="4986"/>
                  </a:cubicBezTo>
                  <a:lnTo>
                    <a:pt x="63922" y="84987"/>
                  </a:lnTo>
                  <a:cubicBezTo>
                    <a:pt x="63922" y="87753"/>
                    <a:pt x="61673" y="89972"/>
                    <a:pt x="58937" y="899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7" name="Google Shape;477;p46">
              <a:extLst>
                <a:ext uri="{FF2B5EF4-FFF2-40B4-BE49-F238E27FC236}">
                  <a16:creationId xmlns:a16="http://schemas.microsoft.com/office/drawing/2014/main" id="{DF8BCA54-0E36-1F64-DD2C-D258D3753759}"/>
                </a:ext>
              </a:extLst>
            </p:cNvPr>
            <p:cNvSpPr/>
            <p:nvPr/>
          </p:nvSpPr>
          <p:spPr>
            <a:xfrm>
              <a:off x="4112050" y="3556575"/>
              <a:ext cx="402000" cy="402000"/>
            </a:xfrm>
            <a:custGeom>
              <a:avLst/>
              <a:gdLst/>
              <a:ahLst/>
              <a:cxnLst/>
              <a:rect l="l" t="t" r="r" b="b"/>
              <a:pathLst>
                <a:path w="16080" h="16080" extrusionOk="0">
                  <a:moveTo>
                    <a:pt x="0" y="0"/>
                  </a:moveTo>
                  <a:lnTo>
                    <a:pt x="16080" y="0"/>
                  </a:lnTo>
                  <a:lnTo>
                    <a:pt x="16080" y="16080"/>
                  </a:lnTo>
                  <a:lnTo>
                    <a:pt x="0" y="1608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8" name="Google Shape;478;p46">
              <a:extLst>
                <a:ext uri="{FF2B5EF4-FFF2-40B4-BE49-F238E27FC236}">
                  <a16:creationId xmlns:a16="http://schemas.microsoft.com/office/drawing/2014/main" id="{DA1176AD-C69A-A44A-D821-7316798B71DF}"/>
                </a:ext>
              </a:extLst>
            </p:cNvPr>
            <p:cNvSpPr/>
            <p:nvPr/>
          </p:nvSpPr>
          <p:spPr>
            <a:xfrm>
              <a:off x="4220700" y="3667525"/>
              <a:ext cx="183925" cy="179350"/>
            </a:xfrm>
            <a:custGeom>
              <a:avLst/>
              <a:gdLst/>
              <a:ahLst/>
              <a:cxnLst/>
              <a:rect l="l" t="t" r="r" b="b"/>
              <a:pathLst>
                <a:path w="7357" h="7174" extrusionOk="0">
                  <a:moveTo>
                    <a:pt x="6597" y="4377"/>
                  </a:moveTo>
                  <a:lnTo>
                    <a:pt x="761" y="4377"/>
                  </a:lnTo>
                  <a:cubicBezTo>
                    <a:pt x="335" y="4377"/>
                    <a:pt x="1" y="4012"/>
                    <a:pt x="1" y="3587"/>
                  </a:cubicBezTo>
                  <a:lnTo>
                    <a:pt x="1" y="3587"/>
                  </a:lnTo>
                  <a:cubicBezTo>
                    <a:pt x="1" y="3161"/>
                    <a:pt x="335" y="2827"/>
                    <a:pt x="761" y="2827"/>
                  </a:cubicBezTo>
                  <a:lnTo>
                    <a:pt x="6597" y="2827"/>
                  </a:lnTo>
                  <a:cubicBezTo>
                    <a:pt x="7022" y="2827"/>
                    <a:pt x="7357" y="3161"/>
                    <a:pt x="7357" y="3587"/>
                  </a:cubicBezTo>
                  <a:lnTo>
                    <a:pt x="7357" y="3587"/>
                  </a:lnTo>
                  <a:cubicBezTo>
                    <a:pt x="7357" y="4012"/>
                    <a:pt x="7022" y="4377"/>
                    <a:pt x="6597" y="4377"/>
                  </a:cubicBezTo>
                  <a:close/>
                  <a:moveTo>
                    <a:pt x="7357" y="6414"/>
                  </a:moveTo>
                  <a:lnTo>
                    <a:pt x="7357" y="6414"/>
                  </a:lnTo>
                  <a:cubicBezTo>
                    <a:pt x="7357" y="5988"/>
                    <a:pt x="7022" y="5623"/>
                    <a:pt x="6597" y="5623"/>
                  </a:cubicBezTo>
                  <a:lnTo>
                    <a:pt x="761" y="5623"/>
                  </a:lnTo>
                  <a:cubicBezTo>
                    <a:pt x="335" y="5623"/>
                    <a:pt x="1" y="5958"/>
                    <a:pt x="1" y="6414"/>
                  </a:cubicBezTo>
                  <a:lnTo>
                    <a:pt x="1" y="6414"/>
                  </a:lnTo>
                  <a:cubicBezTo>
                    <a:pt x="1" y="6839"/>
                    <a:pt x="335" y="7174"/>
                    <a:pt x="761" y="7174"/>
                  </a:cubicBezTo>
                  <a:lnTo>
                    <a:pt x="6597" y="7174"/>
                  </a:lnTo>
                  <a:cubicBezTo>
                    <a:pt x="7022" y="7174"/>
                    <a:pt x="7357" y="6839"/>
                    <a:pt x="7357" y="6414"/>
                  </a:cubicBezTo>
                  <a:close/>
                  <a:moveTo>
                    <a:pt x="6597" y="0"/>
                  </a:moveTo>
                  <a:lnTo>
                    <a:pt x="761" y="0"/>
                  </a:lnTo>
                  <a:cubicBezTo>
                    <a:pt x="335" y="0"/>
                    <a:pt x="1" y="365"/>
                    <a:pt x="1" y="790"/>
                  </a:cubicBezTo>
                  <a:lnTo>
                    <a:pt x="1" y="790"/>
                  </a:lnTo>
                  <a:cubicBezTo>
                    <a:pt x="1" y="1216"/>
                    <a:pt x="335" y="1550"/>
                    <a:pt x="761" y="1550"/>
                  </a:cubicBezTo>
                  <a:lnTo>
                    <a:pt x="6597" y="1550"/>
                  </a:lnTo>
                  <a:cubicBezTo>
                    <a:pt x="7022" y="1550"/>
                    <a:pt x="7357" y="1216"/>
                    <a:pt x="7357" y="790"/>
                  </a:cubicBezTo>
                  <a:lnTo>
                    <a:pt x="7357" y="790"/>
                  </a:lnTo>
                  <a:cubicBezTo>
                    <a:pt x="7357" y="365"/>
                    <a:pt x="7022" y="0"/>
                    <a:pt x="6597" y="0"/>
                  </a:cubicBezTo>
                  <a:close/>
                </a:path>
              </a:pathLst>
            </a:custGeom>
            <a:solidFill>
              <a:srgbClr val="99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79" name="Google Shape;479;p46">
              <a:extLst>
                <a:ext uri="{FF2B5EF4-FFF2-40B4-BE49-F238E27FC236}">
                  <a16:creationId xmlns:a16="http://schemas.microsoft.com/office/drawing/2014/main" id="{111D608C-EAF5-FE22-8387-301E48C85462}"/>
                </a:ext>
              </a:extLst>
            </p:cNvPr>
            <p:cNvSpPr/>
            <p:nvPr/>
          </p:nvSpPr>
          <p:spPr>
            <a:xfrm>
              <a:off x="4411450" y="2638625"/>
              <a:ext cx="1520550" cy="993200"/>
            </a:xfrm>
            <a:custGeom>
              <a:avLst/>
              <a:gdLst/>
              <a:ahLst/>
              <a:cxnLst/>
              <a:rect l="l" t="t" r="r" b="b"/>
              <a:pathLst>
                <a:path w="60822" h="39728" extrusionOk="0">
                  <a:moveTo>
                    <a:pt x="0" y="1"/>
                  </a:moveTo>
                  <a:lnTo>
                    <a:pt x="60822" y="1"/>
                  </a:lnTo>
                  <a:lnTo>
                    <a:pt x="60822" y="39728"/>
                  </a:lnTo>
                  <a:lnTo>
                    <a:pt x="0" y="3972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0" name="Google Shape;480;p46">
              <a:extLst>
                <a:ext uri="{FF2B5EF4-FFF2-40B4-BE49-F238E27FC236}">
                  <a16:creationId xmlns:a16="http://schemas.microsoft.com/office/drawing/2014/main" id="{17136629-490A-B5D6-72FD-D1982EB93B31}"/>
                </a:ext>
              </a:extLst>
            </p:cNvPr>
            <p:cNvSpPr/>
            <p:nvPr/>
          </p:nvSpPr>
          <p:spPr>
            <a:xfrm>
              <a:off x="4441850" y="2665975"/>
              <a:ext cx="1460525" cy="938500"/>
            </a:xfrm>
            <a:custGeom>
              <a:avLst/>
              <a:gdLst/>
              <a:ahLst/>
              <a:cxnLst/>
              <a:rect l="l" t="t" r="r" b="b"/>
              <a:pathLst>
                <a:path w="58421" h="37540" extrusionOk="0">
                  <a:moveTo>
                    <a:pt x="0" y="1"/>
                  </a:moveTo>
                  <a:lnTo>
                    <a:pt x="58421" y="1"/>
                  </a:lnTo>
                  <a:lnTo>
                    <a:pt x="58421" y="37539"/>
                  </a:lnTo>
                  <a:lnTo>
                    <a:pt x="0" y="3753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1" name="Google Shape;481;p46">
              <a:extLst>
                <a:ext uri="{FF2B5EF4-FFF2-40B4-BE49-F238E27FC236}">
                  <a16:creationId xmlns:a16="http://schemas.microsoft.com/office/drawing/2014/main" id="{D4C728A0-D6C0-FD99-07B3-2A13F33DD075}"/>
                </a:ext>
              </a:extLst>
            </p:cNvPr>
            <p:cNvSpPr/>
            <p:nvPr/>
          </p:nvSpPr>
          <p:spPr>
            <a:xfrm>
              <a:off x="4536075" y="2492725"/>
              <a:ext cx="1521325" cy="992450"/>
            </a:xfrm>
            <a:custGeom>
              <a:avLst/>
              <a:gdLst/>
              <a:ahLst/>
              <a:cxnLst/>
              <a:rect l="l" t="t" r="r" b="b"/>
              <a:pathLst>
                <a:path w="60853" h="39698" extrusionOk="0">
                  <a:moveTo>
                    <a:pt x="0" y="1"/>
                  </a:moveTo>
                  <a:lnTo>
                    <a:pt x="60852" y="1"/>
                  </a:lnTo>
                  <a:lnTo>
                    <a:pt x="60852" y="39697"/>
                  </a:lnTo>
                  <a:lnTo>
                    <a:pt x="0" y="3969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2" name="Google Shape;482;p46">
              <a:extLst>
                <a:ext uri="{FF2B5EF4-FFF2-40B4-BE49-F238E27FC236}">
                  <a16:creationId xmlns:a16="http://schemas.microsoft.com/office/drawing/2014/main" id="{A7B3C06D-2270-C75B-ED94-F36C18C0DA97}"/>
                </a:ext>
              </a:extLst>
            </p:cNvPr>
            <p:cNvSpPr/>
            <p:nvPr/>
          </p:nvSpPr>
          <p:spPr>
            <a:xfrm>
              <a:off x="4566450" y="2519325"/>
              <a:ext cx="1460550" cy="939250"/>
            </a:xfrm>
            <a:custGeom>
              <a:avLst/>
              <a:gdLst/>
              <a:ahLst/>
              <a:cxnLst/>
              <a:rect l="l" t="t" r="r" b="b"/>
              <a:pathLst>
                <a:path w="58422" h="37570" extrusionOk="0">
                  <a:moveTo>
                    <a:pt x="1" y="0"/>
                  </a:moveTo>
                  <a:lnTo>
                    <a:pt x="58421" y="0"/>
                  </a:lnTo>
                  <a:lnTo>
                    <a:pt x="58421" y="37569"/>
                  </a:lnTo>
                  <a:lnTo>
                    <a:pt x="1" y="3756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3" name="Google Shape;483;p46">
              <a:extLst>
                <a:ext uri="{FF2B5EF4-FFF2-40B4-BE49-F238E27FC236}">
                  <a16:creationId xmlns:a16="http://schemas.microsoft.com/office/drawing/2014/main" id="{7387DEA0-D4C6-E032-A457-A3F12CBDD6FD}"/>
                </a:ext>
              </a:extLst>
            </p:cNvPr>
            <p:cNvSpPr/>
            <p:nvPr/>
          </p:nvSpPr>
          <p:spPr>
            <a:xfrm>
              <a:off x="5325600" y="2847600"/>
              <a:ext cx="606400" cy="525100"/>
            </a:xfrm>
            <a:custGeom>
              <a:avLst/>
              <a:gdLst/>
              <a:ahLst/>
              <a:cxnLst/>
              <a:rect l="l" t="t" r="r" b="b"/>
              <a:pathLst>
                <a:path w="24256" h="21004" extrusionOk="0">
                  <a:moveTo>
                    <a:pt x="12128" y="0"/>
                  </a:moveTo>
                  <a:lnTo>
                    <a:pt x="0" y="21004"/>
                  </a:lnTo>
                  <a:lnTo>
                    <a:pt x="24256" y="210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4" name="Google Shape;484;p46">
              <a:extLst>
                <a:ext uri="{FF2B5EF4-FFF2-40B4-BE49-F238E27FC236}">
                  <a16:creationId xmlns:a16="http://schemas.microsoft.com/office/drawing/2014/main" id="{DD89FEBD-36BB-FF26-6E12-C900D76610ED}"/>
                </a:ext>
              </a:extLst>
            </p:cNvPr>
            <p:cNvSpPr/>
            <p:nvPr/>
          </p:nvSpPr>
          <p:spPr>
            <a:xfrm>
              <a:off x="4643200" y="2638625"/>
              <a:ext cx="848075" cy="734075"/>
            </a:xfrm>
            <a:custGeom>
              <a:avLst/>
              <a:gdLst/>
              <a:ahLst/>
              <a:cxnLst/>
              <a:rect l="l" t="t" r="r" b="b"/>
              <a:pathLst>
                <a:path w="33923" h="29363" extrusionOk="0">
                  <a:moveTo>
                    <a:pt x="16962" y="1"/>
                  </a:moveTo>
                  <a:lnTo>
                    <a:pt x="1" y="29363"/>
                  </a:lnTo>
                  <a:lnTo>
                    <a:pt x="33922" y="293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5" name="Google Shape;485;p46">
              <a:extLst>
                <a:ext uri="{FF2B5EF4-FFF2-40B4-BE49-F238E27FC236}">
                  <a16:creationId xmlns:a16="http://schemas.microsoft.com/office/drawing/2014/main" id="{73194725-4851-EDD3-F116-FD662D83BFCE}"/>
                </a:ext>
              </a:extLst>
            </p:cNvPr>
            <p:cNvSpPr/>
            <p:nvPr/>
          </p:nvSpPr>
          <p:spPr>
            <a:xfrm>
              <a:off x="5325600" y="2665975"/>
              <a:ext cx="180875" cy="181650"/>
            </a:xfrm>
            <a:custGeom>
              <a:avLst/>
              <a:gdLst/>
              <a:ahLst/>
              <a:cxnLst/>
              <a:rect l="l" t="t" r="r" b="b"/>
              <a:pathLst>
                <a:path w="7235" h="7266" extrusionOk="0">
                  <a:moveTo>
                    <a:pt x="7234" y="3618"/>
                  </a:moveTo>
                  <a:cubicBezTo>
                    <a:pt x="7234" y="5624"/>
                    <a:pt x="5593" y="7265"/>
                    <a:pt x="3617" y="7265"/>
                  </a:cubicBezTo>
                  <a:cubicBezTo>
                    <a:pt x="1611" y="7265"/>
                    <a:pt x="0" y="5624"/>
                    <a:pt x="0" y="3618"/>
                  </a:cubicBezTo>
                  <a:cubicBezTo>
                    <a:pt x="0" y="1642"/>
                    <a:pt x="1611" y="1"/>
                    <a:pt x="3617" y="1"/>
                  </a:cubicBezTo>
                  <a:cubicBezTo>
                    <a:pt x="5593" y="1"/>
                    <a:pt x="7234" y="1642"/>
                    <a:pt x="7234" y="36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6" name="Google Shape;486;p46">
              <a:extLst>
                <a:ext uri="{FF2B5EF4-FFF2-40B4-BE49-F238E27FC236}">
                  <a16:creationId xmlns:a16="http://schemas.microsoft.com/office/drawing/2014/main" id="{10FC371F-B4BD-3AD3-5A41-AA7AD2CD87F0}"/>
                </a:ext>
              </a:extLst>
            </p:cNvPr>
            <p:cNvSpPr/>
            <p:nvPr/>
          </p:nvSpPr>
          <p:spPr>
            <a:xfrm>
              <a:off x="5614350" y="2295150"/>
              <a:ext cx="636050" cy="636825"/>
            </a:xfrm>
            <a:custGeom>
              <a:avLst/>
              <a:gdLst/>
              <a:ahLst/>
              <a:cxnLst/>
              <a:rect l="l" t="t" r="r" b="b"/>
              <a:pathLst>
                <a:path w="25442" h="25473" extrusionOk="0">
                  <a:moveTo>
                    <a:pt x="1" y="1"/>
                  </a:moveTo>
                  <a:lnTo>
                    <a:pt x="25442" y="1"/>
                  </a:lnTo>
                  <a:lnTo>
                    <a:pt x="25442" y="25472"/>
                  </a:lnTo>
                  <a:lnTo>
                    <a:pt x="1" y="25472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7" name="Google Shape;487;p46">
              <a:extLst>
                <a:ext uri="{FF2B5EF4-FFF2-40B4-BE49-F238E27FC236}">
                  <a16:creationId xmlns:a16="http://schemas.microsoft.com/office/drawing/2014/main" id="{1205F0E5-C09E-24F5-A609-E0CC79917852}"/>
                </a:ext>
              </a:extLst>
            </p:cNvPr>
            <p:cNvSpPr/>
            <p:nvPr/>
          </p:nvSpPr>
          <p:spPr>
            <a:xfrm>
              <a:off x="5582425" y="2264000"/>
              <a:ext cx="699150" cy="699125"/>
            </a:xfrm>
            <a:custGeom>
              <a:avLst/>
              <a:gdLst/>
              <a:ahLst/>
              <a:cxnLst/>
              <a:rect l="l" t="t" r="r" b="b"/>
              <a:pathLst>
                <a:path w="27966" h="27965" extrusionOk="0">
                  <a:moveTo>
                    <a:pt x="25442" y="27964"/>
                  </a:moveTo>
                  <a:lnTo>
                    <a:pt x="25442" y="25442"/>
                  </a:lnTo>
                  <a:lnTo>
                    <a:pt x="27965" y="25442"/>
                  </a:lnTo>
                  <a:lnTo>
                    <a:pt x="27965" y="27964"/>
                  </a:lnTo>
                  <a:close/>
                  <a:moveTo>
                    <a:pt x="1" y="27964"/>
                  </a:moveTo>
                  <a:lnTo>
                    <a:pt x="1" y="25442"/>
                  </a:lnTo>
                  <a:lnTo>
                    <a:pt x="2524" y="25442"/>
                  </a:lnTo>
                  <a:lnTo>
                    <a:pt x="2524" y="27964"/>
                  </a:lnTo>
                  <a:close/>
                  <a:moveTo>
                    <a:pt x="25442" y="2523"/>
                  </a:moveTo>
                  <a:lnTo>
                    <a:pt x="25442" y="1"/>
                  </a:lnTo>
                  <a:lnTo>
                    <a:pt x="27965" y="1"/>
                  </a:lnTo>
                  <a:lnTo>
                    <a:pt x="27965" y="2523"/>
                  </a:lnTo>
                  <a:close/>
                  <a:moveTo>
                    <a:pt x="1" y="2523"/>
                  </a:moveTo>
                  <a:lnTo>
                    <a:pt x="1" y="1"/>
                  </a:lnTo>
                  <a:lnTo>
                    <a:pt x="2524" y="1"/>
                  </a:lnTo>
                  <a:lnTo>
                    <a:pt x="2524" y="2523"/>
                  </a:lnTo>
                  <a:close/>
                </a:path>
              </a:pathLst>
            </a:custGeom>
            <a:solidFill>
              <a:srgbClr val="664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8" name="Google Shape;488;p46">
              <a:extLst>
                <a:ext uri="{FF2B5EF4-FFF2-40B4-BE49-F238E27FC236}">
                  <a16:creationId xmlns:a16="http://schemas.microsoft.com/office/drawing/2014/main" id="{73CB5D2A-F278-941E-D092-F3E35D999D94}"/>
                </a:ext>
              </a:extLst>
            </p:cNvPr>
            <p:cNvSpPr/>
            <p:nvPr/>
          </p:nvSpPr>
          <p:spPr>
            <a:xfrm>
              <a:off x="5793675" y="2466900"/>
              <a:ext cx="277400" cy="334375"/>
            </a:xfrm>
            <a:custGeom>
              <a:avLst/>
              <a:gdLst/>
              <a:ahLst/>
              <a:cxnLst/>
              <a:rect l="l" t="t" r="r" b="b"/>
              <a:pathLst>
                <a:path w="11096" h="13375" extrusionOk="0">
                  <a:moveTo>
                    <a:pt x="11095" y="0"/>
                  </a:moveTo>
                  <a:lnTo>
                    <a:pt x="11095" y="2553"/>
                  </a:lnTo>
                  <a:lnTo>
                    <a:pt x="7053" y="2553"/>
                  </a:lnTo>
                  <a:lnTo>
                    <a:pt x="7053" y="13374"/>
                  </a:lnTo>
                  <a:lnTo>
                    <a:pt x="4044" y="13374"/>
                  </a:lnTo>
                  <a:lnTo>
                    <a:pt x="4044" y="2553"/>
                  </a:lnTo>
                  <a:lnTo>
                    <a:pt x="1" y="25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89" name="Google Shape;489;p46">
              <a:extLst>
                <a:ext uri="{FF2B5EF4-FFF2-40B4-BE49-F238E27FC236}">
                  <a16:creationId xmlns:a16="http://schemas.microsoft.com/office/drawing/2014/main" id="{5A388DB2-411B-23B9-7A8D-115FB9DD2AC9}"/>
                </a:ext>
              </a:extLst>
            </p:cNvPr>
            <p:cNvSpPr/>
            <p:nvPr/>
          </p:nvSpPr>
          <p:spPr>
            <a:xfrm>
              <a:off x="3966900" y="2033750"/>
              <a:ext cx="1743975" cy="102625"/>
            </a:xfrm>
            <a:custGeom>
              <a:avLst/>
              <a:gdLst/>
              <a:ahLst/>
              <a:cxnLst/>
              <a:rect l="l" t="t" r="r" b="b"/>
              <a:pathLst>
                <a:path w="69759" h="4105" extrusionOk="0">
                  <a:moveTo>
                    <a:pt x="67722" y="4104"/>
                  </a:moveTo>
                  <a:lnTo>
                    <a:pt x="2037" y="4104"/>
                  </a:lnTo>
                  <a:cubicBezTo>
                    <a:pt x="913" y="4104"/>
                    <a:pt x="1" y="3192"/>
                    <a:pt x="1" y="2037"/>
                  </a:cubicBezTo>
                  <a:lnTo>
                    <a:pt x="1" y="2037"/>
                  </a:lnTo>
                  <a:cubicBezTo>
                    <a:pt x="1" y="913"/>
                    <a:pt x="913" y="1"/>
                    <a:pt x="2037" y="1"/>
                  </a:cubicBezTo>
                  <a:lnTo>
                    <a:pt x="67722" y="1"/>
                  </a:lnTo>
                  <a:cubicBezTo>
                    <a:pt x="68847" y="1"/>
                    <a:pt x="69759" y="913"/>
                    <a:pt x="69759" y="2037"/>
                  </a:cubicBezTo>
                  <a:lnTo>
                    <a:pt x="69759" y="2037"/>
                  </a:lnTo>
                  <a:cubicBezTo>
                    <a:pt x="69759" y="3192"/>
                    <a:pt x="68847" y="4104"/>
                    <a:pt x="67722" y="410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0" name="Google Shape;490;p46">
              <a:extLst>
                <a:ext uri="{FF2B5EF4-FFF2-40B4-BE49-F238E27FC236}">
                  <a16:creationId xmlns:a16="http://schemas.microsoft.com/office/drawing/2014/main" id="{2667173A-55E9-18BA-DEBA-9BE7F08687FF}"/>
                </a:ext>
              </a:extLst>
            </p:cNvPr>
            <p:cNvSpPr/>
            <p:nvPr/>
          </p:nvSpPr>
          <p:spPr>
            <a:xfrm>
              <a:off x="4006425" y="2063400"/>
              <a:ext cx="41825" cy="42575"/>
            </a:xfrm>
            <a:custGeom>
              <a:avLst/>
              <a:gdLst/>
              <a:ahLst/>
              <a:cxnLst/>
              <a:rect l="l" t="t" r="r" b="b"/>
              <a:pathLst>
                <a:path w="1673" h="1703" extrusionOk="0">
                  <a:moveTo>
                    <a:pt x="851" y="0"/>
                  </a:moveTo>
                  <a:cubicBezTo>
                    <a:pt x="365" y="0"/>
                    <a:pt x="0" y="395"/>
                    <a:pt x="0" y="851"/>
                  </a:cubicBezTo>
                  <a:cubicBezTo>
                    <a:pt x="0" y="1338"/>
                    <a:pt x="365" y="1702"/>
                    <a:pt x="851" y="1702"/>
                  </a:cubicBezTo>
                  <a:cubicBezTo>
                    <a:pt x="1307" y="1702"/>
                    <a:pt x="1672" y="1338"/>
                    <a:pt x="1672" y="851"/>
                  </a:cubicBezTo>
                  <a:cubicBezTo>
                    <a:pt x="1672" y="395"/>
                    <a:pt x="1307" y="0"/>
                    <a:pt x="8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1" name="Google Shape;491;p46">
              <a:extLst>
                <a:ext uri="{FF2B5EF4-FFF2-40B4-BE49-F238E27FC236}">
                  <a16:creationId xmlns:a16="http://schemas.microsoft.com/office/drawing/2014/main" id="{C713214F-5310-ED89-ACDA-4193C6CFF5AF}"/>
                </a:ext>
              </a:extLst>
            </p:cNvPr>
            <p:cNvSpPr/>
            <p:nvPr/>
          </p:nvSpPr>
          <p:spPr>
            <a:xfrm>
              <a:off x="4073300" y="2063400"/>
              <a:ext cx="41800" cy="42575"/>
            </a:xfrm>
            <a:custGeom>
              <a:avLst/>
              <a:gdLst/>
              <a:ahLst/>
              <a:cxnLst/>
              <a:rect l="l" t="t" r="r" b="b"/>
              <a:pathLst>
                <a:path w="1672" h="1703" extrusionOk="0">
                  <a:moveTo>
                    <a:pt x="821" y="0"/>
                  </a:moveTo>
                  <a:cubicBezTo>
                    <a:pt x="365" y="0"/>
                    <a:pt x="0" y="395"/>
                    <a:pt x="0" y="851"/>
                  </a:cubicBezTo>
                  <a:cubicBezTo>
                    <a:pt x="0" y="1338"/>
                    <a:pt x="365" y="1702"/>
                    <a:pt x="821" y="1702"/>
                  </a:cubicBezTo>
                  <a:cubicBezTo>
                    <a:pt x="1307" y="1702"/>
                    <a:pt x="1672" y="1338"/>
                    <a:pt x="1672" y="851"/>
                  </a:cubicBezTo>
                  <a:cubicBezTo>
                    <a:pt x="1672" y="395"/>
                    <a:pt x="1307" y="0"/>
                    <a:pt x="8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2" name="Google Shape;492;p46">
              <a:extLst>
                <a:ext uri="{FF2B5EF4-FFF2-40B4-BE49-F238E27FC236}">
                  <a16:creationId xmlns:a16="http://schemas.microsoft.com/office/drawing/2014/main" id="{5264D035-3729-024B-CBD7-387FD1F96E14}"/>
                </a:ext>
              </a:extLst>
            </p:cNvPr>
            <p:cNvSpPr/>
            <p:nvPr/>
          </p:nvSpPr>
          <p:spPr>
            <a:xfrm>
              <a:off x="4139400" y="2063400"/>
              <a:ext cx="42575" cy="42575"/>
            </a:xfrm>
            <a:custGeom>
              <a:avLst/>
              <a:gdLst/>
              <a:ahLst/>
              <a:cxnLst/>
              <a:rect l="l" t="t" r="r" b="b"/>
              <a:pathLst>
                <a:path w="1703" h="1703" extrusionOk="0">
                  <a:moveTo>
                    <a:pt x="852" y="0"/>
                  </a:moveTo>
                  <a:cubicBezTo>
                    <a:pt x="396" y="0"/>
                    <a:pt x="1" y="395"/>
                    <a:pt x="1" y="851"/>
                  </a:cubicBezTo>
                  <a:cubicBezTo>
                    <a:pt x="1" y="1338"/>
                    <a:pt x="396" y="1702"/>
                    <a:pt x="852" y="1702"/>
                  </a:cubicBezTo>
                  <a:cubicBezTo>
                    <a:pt x="1338" y="1702"/>
                    <a:pt x="1703" y="1338"/>
                    <a:pt x="1703" y="851"/>
                  </a:cubicBezTo>
                  <a:cubicBezTo>
                    <a:pt x="1703" y="395"/>
                    <a:pt x="1338" y="0"/>
                    <a:pt x="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3" name="Google Shape;493;p46">
              <a:extLst>
                <a:ext uri="{FF2B5EF4-FFF2-40B4-BE49-F238E27FC236}">
                  <a16:creationId xmlns:a16="http://schemas.microsoft.com/office/drawing/2014/main" id="{E86647F2-C98C-3AFC-B090-318EBBA18022}"/>
                </a:ext>
              </a:extLst>
            </p:cNvPr>
            <p:cNvSpPr/>
            <p:nvPr/>
          </p:nvSpPr>
          <p:spPr>
            <a:xfrm>
              <a:off x="4709325" y="2077825"/>
              <a:ext cx="415675" cy="333625"/>
            </a:xfrm>
            <a:custGeom>
              <a:avLst/>
              <a:gdLst/>
              <a:ahLst/>
              <a:cxnLst/>
              <a:rect l="l" t="t" r="r" b="b"/>
              <a:pathLst>
                <a:path w="16627" h="13345" extrusionOk="0">
                  <a:moveTo>
                    <a:pt x="15472" y="11369"/>
                  </a:moveTo>
                  <a:cubicBezTo>
                    <a:pt x="15320" y="10791"/>
                    <a:pt x="15411" y="10183"/>
                    <a:pt x="15715" y="9666"/>
                  </a:cubicBezTo>
                  <a:cubicBezTo>
                    <a:pt x="16292" y="8755"/>
                    <a:pt x="16627" y="7752"/>
                    <a:pt x="16627" y="6657"/>
                  </a:cubicBezTo>
                  <a:cubicBezTo>
                    <a:pt x="16627" y="2979"/>
                    <a:pt x="12888" y="1"/>
                    <a:pt x="8298" y="1"/>
                  </a:cubicBezTo>
                  <a:cubicBezTo>
                    <a:pt x="3709" y="1"/>
                    <a:pt x="0" y="2979"/>
                    <a:pt x="0" y="6657"/>
                  </a:cubicBezTo>
                  <a:cubicBezTo>
                    <a:pt x="0" y="10366"/>
                    <a:pt x="3709" y="13344"/>
                    <a:pt x="8298" y="13344"/>
                  </a:cubicBezTo>
                  <a:cubicBezTo>
                    <a:pt x="9636" y="13344"/>
                    <a:pt x="10882" y="13101"/>
                    <a:pt x="11976" y="12645"/>
                  </a:cubicBezTo>
                  <a:cubicBezTo>
                    <a:pt x="12432" y="12493"/>
                    <a:pt x="12888" y="12432"/>
                    <a:pt x="13344" y="12554"/>
                  </a:cubicBezTo>
                  <a:lnTo>
                    <a:pt x="15988" y="13284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4" name="Google Shape;494;p46">
              <a:extLst>
                <a:ext uri="{FF2B5EF4-FFF2-40B4-BE49-F238E27FC236}">
                  <a16:creationId xmlns:a16="http://schemas.microsoft.com/office/drawing/2014/main" id="{C8D08A37-E439-DEC0-694D-3938C90E6D45}"/>
                </a:ext>
              </a:extLst>
            </p:cNvPr>
            <p:cNvSpPr/>
            <p:nvPr/>
          </p:nvSpPr>
          <p:spPr>
            <a:xfrm>
              <a:off x="4817975" y="2224475"/>
              <a:ext cx="197600" cy="40300"/>
            </a:xfrm>
            <a:custGeom>
              <a:avLst/>
              <a:gdLst/>
              <a:ahLst/>
              <a:cxnLst/>
              <a:rect l="l" t="t" r="r" b="b"/>
              <a:pathLst>
                <a:path w="7904" h="1612" extrusionOk="0">
                  <a:moveTo>
                    <a:pt x="4773" y="791"/>
                  </a:moveTo>
                  <a:cubicBezTo>
                    <a:pt x="4773" y="1247"/>
                    <a:pt x="4408" y="1612"/>
                    <a:pt x="3952" y="1612"/>
                  </a:cubicBezTo>
                  <a:cubicBezTo>
                    <a:pt x="3496" y="1612"/>
                    <a:pt x="3132" y="1247"/>
                    <a:pt x="3132" y="791"/>
                  </a:cubicBezTo>
                  <a:cubicBezTo>
                    <a:pt x="3132" y="366"/>
                    <a:pt x="3496" y="1"/>
                    <a:pt x="3952" y="1"/>
                  </a:cubicBezTo>
                  <a:cubicBezTo>
                    <a:pt x="4408" y="1"/>
                    <a:pt x="4773" y="366"/>
                    <a:pt x="4773" y="791"/>
                  </a:cubicBezTo>
                  <a:close/>
                  <a:moveTo>
                    <a:pt x="7083" y="1"/>
                  </a:moveTo>
                  <a:cubicBezTo>
                    <a:pt x="6627" y="1"/>
                    <a:pt x="6262" y="366"/>
                    <a:pt x="6262" y="791"/>
                  </a:cubicBezTo>
                  <a:cubicBezTo>
                    <a:pt x="6262" y="1247"/>
                    <a:pt x="6627" y="1612"/>
                    <a:pt x="7083" y="1612"/>
                  </a:cubicBezTo>
                  <a:cubicBezTo>
                    <a:pt x="7539" y="1612"/>
                    <a:pt x="7904" y="1247"/>
                    <a:pt x="7904" y="791"/>
                  </a:cubicBezTo>
                  <a:cubicBezTo>
                    <a:pt x="7904" y="366"/>
                    <a:pt x="7539" y="1"/>
                    <a:pt x="7083" y="1"/>
                  </a:cubicBezTo>
                  <a:close/>
                  <a:moveTo>
                    <a:pt x="1" y="791"/>
                  </a:moveTo>
                  <a:cubicBezTo>
                    <a:pt x="1" y="1247"/>
                    <a:pt x="396" y="1612"/>
                    <a:pt x="822" y="1612"/>
                  </a:cubicBezTo>
                  <a:cubicBezTo>
                    <a:pt x="1278" y="1612"/>
                    <a:pt x="1642" y="1247"/>
                    <a:pt x="1642" y="791"/>
                  </a:cubicBezTo>
                  <a:cubicBezTo>
                    <a:pt x="1642" y="366"/>
                    <a:pt x="1278" y="1"/>
                    <a:pt x="822" y="1"/>
                  </a:cubicBezTo>
                  <a:cubicBezTo>
                    <a:pt x="396" y="1"/>
                    <a:pt x="1" y="366"/>
                    <a:pt x="1" y="7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5" name="Google Shape;495;p46">
              <a:extLst>
                <a:ext uri="{FF2B5EF4-FFF2-40B4-BE49-F238E27FC236}">
                  <a16:creationId xmlns:a16="http://schemas.microsoft.com/office/drawing/2014/main" id="{35075B4D-8318-14E8-2C4D-32217BDD83F4}"/>
                </a:ext>
              </a:extLst>
            </p:cNvPr>
            <p:cNvSpPr/>
            <p:nvPr/>
          </p:nvSpPr>
          <p:spPr>
            <a:xfrm>
              <a:off x="5229075" y="3776175"/>
              <a:ext cx="256875" cy="256875"/>
            </a:xfrm>
            <a:custGeom>
              <a:avLst/>
              <a:gdLst/>
              <a:ahLst/>
              <a:cxnLst/>
              <a:rect l="l" t="t" r="r" b="b"/>
              <a:pathLst>
                <a:path w="10275" h="10275" extrusionOk="0">
                  <a:moveTo>
                    <a:pt x="10275" y="5138"/>
                  </a:moveTo>
                  <a:cubicBezTo>
                    <a:pt x="10275" y="7964"/>
                    <a:pt x="7995" y="10274"/>
                    <a:pt x="5138" y="10274"/>
                  </a:cubicBezTo>
                  <a:cubicBezTo>
                    <a:pt x="2311" y="10274"/>
                    <a:pt x="1" y="7964"/>
                    <a:pt x="1" y="5138"/>
                  </a:cubicBezTo>
                  <a:cubicBezTo>
                    <a:pt x="1" y="2311"/>
                    <a:pt x="2311" y="1"/>
                    <a:pt x="5138" y="1"/>
                  </a:cubicBezTo>
                  <a:cubicBezTo>
                    <a:pt x="7995" y="1"/>
                    <a:pt x="10275" y="2311"/>
                    <a:pt x="10275" y="51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6" name="Google Shape;496;p46">
              <a:extLst>
                <a:ext uri="{FF2B5EF4-FFF2-40B4-BE49-F238E27FC236}">
                  <a16:creationId xmlns:a16="http://schemas.microsoft.com/office/drawing/2014/main" id="{DE69402A-B13E-DC53-BF10-ABCBBA35AD3D}"/>
                </a:ext>
              </a:extLst>
            </p:cNvPr>
            <p:cNvSpPr/>
            <p:nvPr/>
          </p:nvSpPr>
          <p:spPr>
            <a:xfrm>
              <a:off x="5307350" y="3836975"/>
              <a:ext cx="117050" cy="135275"/>
            </a:xfrm>
            <a:custGeom>
              <a:avLst/>
              <a:gdLst/>
              <a:ahLst/>
              <a:cxnLst/>
              <a:rect l="l" t="t" r="r" b="b"/>
              <a:pathLst>
                <a:path w="4682" h="5411" extrusionOk="0">
                  <a:moveTo>
                    <a:pt x="4682" y="2706"/>
                  </a:moveTo>
                  <a:lnTo>
                    <a:pt x="1" y="0"/>
                  </a:lnTo>
                  <a:lnTo>
                    <a:pt x="1" y="54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7" name="Google Shape;497;p46">
              <a:extLst>
                <a:ext uri="{FF2B5EF4-FFF2-40B4-BE49-F238E27FC236}">
                  <a16:creationId xmlns:a16="http://schemas.microsoft.com/office/drawing/2014/main" id="{E50E7FA6-2D68-BFB6-6041-D92C908B242C}"/>
                </a:ext>
              </a:extLst>
            </p:cNvPr>
            <p:cNvSpPr/>
            <p:nvPr/>
          </p:nvSpPr>
          <p:spPr>
            <a:xfrm>
              <a:off x="4890925" y="3776175"/>
              <a:ext cx="256875" cy="256875"/>
            </a:xfrm>
            <a:custGeom>
              <a:avLst/>
              <a:gdLst/>
              <a:ahLst/>
              <a:cxnLst/>
              <a:rect l="l" t="t" r="r" b="b"/>
              <a:pathLst>
                <a:path w="10275" h="10275" extrusionOk="0">
                  <a:moveTo>
                    <a:pt x="10275" y="5138"/>
                  </a:moveTo>
                  <a:cubicBezTo>
                    <a:pt x="10275" y="7964"/>
                    <a:pt x="7965" y="10274"/>
                    <a:pt x="5138" y="10274"/>
                  </a:cubicBezTo>
                  <a:cubicBezTo>
                    <a:pt x="2281" y="10274"/>
                    <a:pt x="1" y="7964"/>
                    <a:pt x="1" y="5138"/>
                  </a:cubicBezTo>
                  <a:cubicBezTo>
                    <a:pt x="1" y="2311"/>
                    <a:pt x="2281" y="1"/>
                    <a:pt x="5138" y="1"/>
                  </a:cubicBezTo>
                  <a:cubicBezTo>
                    <a:pt x="7965" y="1"/>
                    <a:pt x="10275" y="2311"/>
                    <a:pt x="10275" y="51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8" name="Google Shape;498;p46">
              <a:extLst>
                <a:ext uri="{FF2B5EF4-FFF2-40B4-BE49-F238E27FC236}">
                  <a16:creationId xmlns:a16="http://schemas.microsoft.com/office/drawing/2014/main" id="{33ED2B60-E14E-9A72-55F0-98B18804D5BE}"/>
                </a:ext>
              </a:extLst>
            </p:cNvPr>
            <p:cNvSpPr/>
            <p:nvPr/>
          </p:nvSpPr>
          <p:spPr>
            <a:xfrm>
              <a:off x="4952475" y="3836975"/>
              <a:ext cx="117050" cy="135275"/>
            </a:xfrm>
            <a:custGeom>
              <a:avLst/>
              <a:gdLst/>
              <a:ahLst/>
              <a:cxnLst/>
              <a:rect l="l" t="t" r="r" b="b"/>
              <a:pathLst>
                <a:path w="4682" h="5411" extrusionOk="0">
                  <a:moveTo>
                    <a:pt x="1" y="2706"/>
                  </a:moveTo>
                  <a:lnTo>
                    <a:pt x="4682" y="0"/>
                  </a:lnTo>
                  <a:lnTo>
                    <a:pt x="4682" y="54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99" name="Google Shape;499;p46">
              <a:extLst>
                <a:ext uri="{FF2B5EF4-FFF2-40B4-BE49-F238E27FC236}">
                  <a16:creationId xmlns:a16="http://schemas.microsoft.com/office/drawing/2014/main" id="{07B259EC-2300-A1EA-84D0-D3FD1EC3C4FE}"/>
                </a:ext>
              </a:extLst>
            </p:cNvPr>
            <p:cNvSpPr/>
            <p:nvPr/>
          </p:nvSpPr>
          <p:spPr>
            <a:xfrm>
              <a:off x="3966900" y="2365825"/>
              <a:ext cx="253825" cy="253825"/>
            </a:xfrm>
            <a:custGeom>
              <a:avLst/>
              <a:gdLst/>
              <a:ahLst/>
              <a:cxnLst/>
              <a:rect l="l" t="t" r="r" b="b"/>
              <a:pathLst>
                <a:path w="10153" h="10153" extrusionOk="0">
                  <a:moveTo>
                    <a:pt x="1" y="1"/>
                  </a:moveTo>
                  <a:lnTo>
                    <a:pt x="10153" y="1"/>
                  </a:lnTo>
                  <a:lnTo>
                    <a:pt x="10153" y="10153"/>
                  </a:lnTo>
                  <a:lnTo>
                    <a:pt x="1" y="10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0" name="Google Shape;500;p46">
              <a:extLst>
                <a:ext uri="{FF2B5EF4-FFF2-40B4-BE49-F238E27FC236}">
                  <a16:creationId xmlns:a16="http://schemas.microsoft.com/office/drawing/2014/main" id="{D69D9D21-700E-80AA-BAD5-1FDF31877FC6}"/>
                </a:ext>
              </a:extLst>
            </p:cNvPr>
            <p:cNvSpPr/>
            <p:nvPr/>
          </p:nvSpPr>
          <p:spPr>
            <a:xfrm>
              <a:off x="3999575" y="2395450"/>
              <a:ext cx="188475" cy="189250"/>
            </a:xfrm>
            <a:custGeom>
              <a:avLst/>
              <a:gdLst/>
              <a:ahLst/>
              <a:cxnLst/>
              <a:rect l="l" t="t" r="r" b="b"/>
              <a:pathLst>
                <a:path w="7539" h="7570" extrusionOk="0">
                  <a:moveTo>
                    <a:pt x="3770" y="1"/>
                  </a:moveTo>
                  <a:cubicBezTo>
                    <a:pt x="3679" y="1"/>
                    <a:pt x="3587" y="92"/>
                    <a:pt x="3587" y="183"/>
                  </a:cubicBezTo>
                  <a:lnTo>
                    <a:pt x="3587" y="1521"/>
                  </a:lnTo>
                  <a:cubicBezTo>
                    <a:pt x="3587" y="1612"/>
                    <a:pt x="3679" y="1703"/>
                    <a:pt x="3770" y="1703"/>
                  </a:cubicBezTo>
                  <a:cubicBezTo>
                    <a:pt x="3861" y="1703"/>
                    <a:pt x="3922" y="1612"/>
                    <a:pt x="3922" y="1521"/>
                  </a:cubicBezTo>
                  <a:lnTo>
                    <a:pt x="3922" y="183"/>
                  </a:lnTo>
                  <a:cubicBezTo>
                    <a:pt x="3922" y="92"/>
                    <a:pt x="3861" y="1"/>
                    <a:pt x="3770" y="1"/>
                  </a:cubicBezTo>
                  <a:close/>
                  <a:moveTo>
                    <a:pt x="1217" y="1057"/>
                  </a:moveTo>
                  <a:cubicBezTo>
                    <a:pt x="1171" y="1057"/>
                    <a:pt x="1125" y="1080"/>
                    <a:pt x="1095" y="1126"/>
                  </a:cubicBezTo>
                  <a:cubicBezTo>
                    <a:pt x="1034" y="1186"/>
                    <a:pt x="1034" y="1278"/>
                    <a:pt x="1095" y="1338"/>
                  </a:cubicBezTo>
                  <a:lnTo>
                    <a:pt x="2068" y="2311"/>
                  </a:lnTo>
                  <a:cubicBezTo>
                    <a:pt x="2098" y="2341"/>
                    <a:pt x="2128" y="2372"/>
                    <a:pt x="2189" y="2372"/>
                  </a:cubicBezTo>
                  <a:cubicBezTo>
                    <a:pt x="2220" y="2372"/>
                    <a:pt x="2250" y="2341"/>
                    <a:pt x="2280" y="2311"/>
                  </a:cubicBezTo>
                  <a:cubicBezTo>
                    <a:pt x="2372" y="2250"/>
                    <a:pt x="2372" y="2129"/>
                    <a:pt x="2280" y="2068"/>
                  </a:cubicBezTo>
                  <a:lnTo>
                    <a:pt x="1338" y="1126"/>
                  </a:lnTo>
                  <a:cubicBezTo>
                    <a:pt x="1308" y="1080"/>
                    <a:pt x="1262" y="1057"/>
                    <a:pt x="1217" y="1057"/>
                  </a:cubicBezTo>
                  <a:close/>
                  <a:moveTo>
                    <a:pt x="6323" y="1057"/>
                  </a:moveTo>
                  <a:cubicBezTo>
                    <a:pt x="6277" y="1057"/>
                    <a:pt x="6232" y="1080"/>
                    <a:pt x="6201" y="1126"/>
                  </a:cubicBezTo>
                  <a:lnTo>
                    <a:pt x="5229" y="2068"/>
                  </a:lnTo>
                  <a:cubicBezTo>
                    <a:pt x="5168" y="2129"/>
                    <a:pt x="5168" y="2250"/>
                    <a:pt x="5229" y="2311"/>
                  </a:cubicBezTo>
                  <a:cubicBezTo>
                    <a:pt x="5259" y="2341"/>
                    <a:pt x="5320" y="2372"/>
                    <a:pt x="5350" y="2372"/>
                  </a:cubicBezTo>
                  <a:cubicBezTo>
                    <a:pt x="5411" y="2372"/>
                    <a:pt x="5442" y="2341"/>
                    <a:pt x="5472" y="2311"/>
                  </a:cubicBezTo>
                  <a:lnTo>
                    <a:pt x="6445" y="1338"/>
                  </a:lnTo>
                  <a:cubicBezTo>
                    <a:pt x="6505" y="1278"/>
                    <a:pt x="6505" y="1186"/>
                    <a:pt x="6445" y="1126"/>
                  </a:cubicBezTo>
                  <a:cubicBezTo>
                    <a:pt x="6414" y="1080"/>
                    <a:pt x="6369" y="1057"/>
                    <a:pt x="6323" y="1057"/>
                  </a:cubicBezTo>
                  <a:close/>
                  <a:moveTo>
                    <a:pt x="153" y="3618"/>
                  </a:moveTo>
                  <a:cubicBezTo>
                    <a:pt x="62" y="3618"/>
                    <a:pt x="1" y="3679"/>
                    <a:pt x="1" y="3770"/>
                  </a:cubicBezTo>
                  <a:cubicBezTo>
                    <a:pt x="1" y="3861"/>
                    <a:pt x="62" y="3952"/>
                    <a:pt x="153" y="3952"/>
                  </a:cubicBezTo>
                  <a:lnTo>
                    <a:pt x="1521" y="3952"/>
                  </a:lnTo>
                  <a:cubicBezTo>
                    <a:pt x="1612" y="3952"/>
                    <a:pt x="1672" y="3861"/>
                    <a:pt x="1672" y="3770"/>
                  </a:cubicBezTo>
                  <a:cubicBezTo>
                    <a:pt x="1672" y="3679"/>
                    <a:pt x="1612" y="3618"/>
                    <a:pt x="1521" y="3618"/>
                  </a:cubicBezTo>
                  <a:close/>
                  <a:moveTo>
                    <a:pt x="6019" y="3618"/>
                  </a:moveTo>
                  <a:cubicBezTo>
                    <a:pt x="5928" y="3618"/>
                    <a:pt x="5837" y="3679"/>
                    <a:pt x="5837" y="3770"/>
                  </a:cubicBezTo>
                  <a:cubicBezTo>
                    <a:pt x="5837" y="3861"/>
                    <a:pt x="5928" y="3952"/>
                    <a:pt x="6019" y="3952"/>
                  </a:cubicBezTo>
                  <a:lnTo>
                    <a:pt x="7387" y="3952"/>
                  </a:lnTo>
                  <a:cubicBezTo>
                    <a:pt x="7478" y="3952"/>
                    <a:pt x="7539" y="3861"/>
                    <a:pt x="7539" y="3770"/>
                  </a:cubicBezTo>
                  <a:cubicBezTo>
                    <a:pt x="7539" y="3679"/>
                    <a:pt x="7478" y="3618"/>
                    <a:pt x="7387" y="3618"/>
                  </a:cubicBezTo>
                  <a:close/>
                  <a:moveTo>
                    <a:pt x="3770" y="2189"/>
                  </a:moveTo>
                  <a:cubicBezTo>
                    <a:pt x="2888" y="2189"/>
                    <a:pt x="2189" y="2889"/>
                    <a:pt x="2189" y="3770"/>
                  </a:cubicBezTo>
                  <a:cubicBezTo>
                    <a:pt x="2189" y="4652"/>
                    <a:pt x="2888" y="5381"/>
                    <a:pt x="3770" y="5381"/>
                  </a:cubicBezTo>
                  <a:cubicBezTo>
                    <a:pt x="4651" y="5381"/>
                    <a:pt x="5350" y="4652"/>
                    <a:pt x="5350" y="3770"/>
                  </a:cubicBezTo>
                  <a:cubicBezTo>
                    <a:pt x="5350" y="2889"/>
                    <a:pt x="4651" y="2189"/>
                    <a:pt x="3770" y="2189"/>
                  </a:cubicBezTo>
                  <a:close/>
                  <a:moveTo>
                    <a:pt x="2174" y="5214"/>
                  </a:moveTo>
                  <a:cubicBezTo>
                    <a:pt x="2136" y="5214"/>
                    <a:pt x="2098" y="5229"/>
                    <a:pt x="2068" y="5259"/>
                  </a:cubicBezTo>
                  <a:lnTo>
                    <a:pt x="1095" y="6202"/>
                  </a:lnTo>
                  <a:cubicBezTo>
                    <a:pt x="1034" y="6293"/>
                    <a:pt x="1034" y="6384"/>
                    <a:pt x="1095" y="6445"/>
                  </a:cubicBezTo>
                  <a:cubicBezTo>
                    <a:pt x="1125" y="6475"/>
                    <a:pt x="1186" y="6506"/>
                    <a:pt x="1217" y="6506"/>
                  </a:cubicBezTo>
                  <a:cubicBezTo>
                    <a:pt x="1247" y="6506"/>
                    <a:pt x="1308" y="6475"/>
                    <a:pt x="1338" y="6445"/>
                  </a:cubicBezTo>
                  <a:lnTo>
                    <a:pt x="2280" y="5503"/>
                  </a:lnTo>
                  <a:cubicBezTo>
                    <a:pt x="2372" y="5411"/>
                    <a:pt x="2372" y="5320"/>
                    <a:pt x="2280" y="5259"/>
                  </a:cubicBezTo>
                  <a:cubicBezTo>
                    <a:pt x="2250" y="5229"/>
                    <a:pt x="2212" y="5214"/>
                    <a:pt x="2174" y="5214"/>
                  </a:cubicBezTo>
                  <a:close/>
                  <a:moveTo>
                    <a:pt x="5350" y="5214"/>
                  </a:moveTo>
                  <a:cubicBezTo>
                    <a:pt x="5305" y="5214"/>
                    <a:pt x="5259" y="5229"/>
                    <a:pt x="5229" y="5259"/>
                  </a:cubicBezTo>
                  <a:cubicBezTo>
                    <a:pt x="5168" y="5320"/>
                    <a:pt x="5168" y="5411"/>
                    <a:pt x="5229" y="5503"/>
                  </a:cubicBezTo>
                  <a:lnTo>
                    <a:pt x="6201" y="6445"/>
                  </a:lnTo>
                  <a:cubicBezTo>
                    <a:pt x="6232" y="6475"/>
                    <a:pt x="6262" y="6506"/>
                    <a:pt x="6323" y="6506"/>
                  </a:cubicBezTo>
                  <a:cubicBezTo>
                    <a:pt x="6353" y="6506"/>
                    <a:pt x="6414" y="6475"/>
                    <a:pt x="6445" y="6445"/>
                  </a:cubicBezTo>
                  <a:cubicBezTo>
                    <a:pt x="6505" y="6384"/>
                    <a:pt x="6505" y="6293"/>
                    <a:pt x="6445" y="6202"/>
                  </a:cubicBezTo>
                  <a:lnTo>
                    <a:pt x="5472" y="5259"/>
                  </a:lnTo>
                  <a:cubicBezTo>
                    <a:pt x="5442" y="5229"/>
                    <a:pt x="5396" y="5214"/>
                    <a:pt x="5350" y="5214"/>
                  </a:cubicBezTo>
                  <a:close/>
                  <a:moveTo>
                    <a:pt x="3770" y="5867"/>
                  </a:moveTo>
                  <a:cubicBezTo>
                    <a:pt x="3679" y="5867"/>
                    <a:pt x="3587" y="5928"/>
                    <a:pt x="3587" y="6019"/>
                  </a:cubicBezTo>
                  <a:lnTo>
                    <a:pt x="3587" y="7387"/>
                  </a:lnTo>
                  <a:cubicBezTo>
                    <a:pt x="3587" y="7478"/>
                    <a:pt x="3679" y="7569"/>
                    <a:pt x="3770" y="7569"/>
                  </a:cubicBezTo>
                  <a:cubicBezTo>
                    <a:pt x="3861" y="7569"/>
                    <a:pt x="3922" y="7478"/>
                    <a:pt x="3922" y="7387"/>
                  </a:cubicBezTo>
                  <a:lnTo>
                    <a:pt x="3922" y="6019"/>
                  </a:lnTo>
                  <a:cubicBezTo>
                    <a:pt x="3922" y="5928"/>
                    <a:pt x="3861" y="5867"/>
                    <a:pt x="3770" y="58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1" name="Google Shape;501;p46">
              <a:extLst>
                <a:ext uri="{FF2B5EF4-FFF2-40B4-BE49-F238E27FC236}">
                  <a16:creationId xmlns:a16="http://schemas.microsoft.com/office/drawing/2014/main" id="{6F7612A9-4C5B-A6A9-FB4F-242C32645005}"/>
                </a:ext>
              </a:extLst>
            </p:cNvPr>
            <p:cNvSpPr/>
            <p:nvPr/>
          </p:nvSpPr>
          <p:spPr>
            <a:xfrm>
              <a:off x="3966900" y="2665975"/>
              <a:ext cx="253825" cy="253825"/>
            </a:xfrm>
            <a:custGeom>
              <a:avLst/>
              <a:gdLst/>
              <a:ahLst/>
              <a:cxnLst/>
              <a:rect l="l" t="t" r="r" b="b"/>
              <a:pathLst>
                <a:path w="10153" h="10153" extrusionOk="0">
                  <a:moveTo>
                    <a:pt x="1" y="1"/>
                  </a:moveTo>
                  <a:lnTo>
                    <a:pt x="10153" y="1"/>
                  </a:lnTo>
                  <a:lnTo>
                    <a:pt x="10153" y="10153"/>
                  </a:lnTo>
                  <a:lnTo>
                    <a:pt x="1" y="1015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2" name="Google Shape;502;p46">
              <a:extLst>
                <a:ext uri="{FF2B5EF4-FFF2-40B4-BE49-F238E27FC236}">
                  <a16:creationId xmlns:a16="http://schemas.microsoft.com/office/drawing/2014/main" id="{EF6DC171-40D4-0DB9-4B9D-A276AB7B2642}"/>
                </a:ext>
              </a:extLst>
            </p:cNvPr>
            <p:cNvSpPr/>
            <p:nvPr/>
          </p:nvSpPr>
          <p:spPr>
            <a:xfrm>
              <a:off x="4015550" y="2719675"/>
              <a:ext cx="138325" cy="140400"/>
            </a:xfrm>
            <a:custGeom>
              <a:avLst/>
              <a:gdLst/>
              <a:ahLst/>
              <a:cxnLst/>
              <a:rect l="l" t="t" r="r" b="b"/>
              <a:pathLst>
                <a:path w="5533" h="5616" extrusionOk="0">
                  <a:moveTo>
                    <a:pt x="3246" y="0"/>
                  </a:moveTo>
                  <a:cubicBezTo>
                    <a:pt x="2863" y="0"/>
                    <a:pt x="2480" y="75"/>
                    <a:pt x="2097" y="224"/>
                  </a:cubicBezTo>
                  <a:cubicBezTo>
                    <a:pt x="669" y="832"/>
                    <a:pt x="0" y="2473"/>
                    <a:pt x="608" y="3902"/>
                  </a:cubicBezTo>
                  <a:cubicBezTo>
                    <a:pt x="1063" y="4972"/>
                    <a:pt x="2099" y="5616"/>
                    <a:pt x="3190" y="5616"/>
                  </a:cubicBezTo>
                  <a:cubicBezTo>
                    <a:pt x="3556" y="5616"/>
                    <a:pt x="3928" y="5543"/>
                    <a:pt x="4286" y="5391"/>
                  </a:cubicBezTo>
                  <a:cubicBezTo>
                    <a:pt x="4803" y="5178"/>
                    <a:pt x="5259" y="4813"/>
                    <a:pt x="5532" y="4357"/>
                  </a:cubicBezTo>
                  <a:lnTo>
                    <a:pt x="5532" y="4357"/>
                  </a:lnTo>
                  <a:cubicBezTo>
                    <a:pt x="5245" y="4475"/>
                    <a:pt x="4950" y="4531"/>
                    <a:pt x="4659" y="4531"/>
                  </a:cubicBezTo>
                  <a:cubicBezTo>
                    <a:pt x="3749" y="4531"/>
                    <a:pt x="2892" y="3987"/>
                    <a:pt x="2523" y="3111"/>
                  </a:cubicBezTo>
                  <a:cubicBezTo>
                    <a:pt x="2006" y="1926"/>
                    <a:pt x="2553" y="558"/>
                    <a:pt x="3739" y="41"/>
                  </a:cubicBezTo>
                  <a:cubicBezTo>
                    <a:pt x="3575" y="14"/>
                    <a:pt x="3410" y="0"/>
                    <a:pt x="3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3" name="Google Shape;503;p46">
              <a:extLst>
                <a:ext uri="{FF2B5EF4-FFF2-40B4-BE49-F238E27FC236}">
                  <a16:creationId xmlns:a16="http://schemas.microsoft.com/office/drawing/2014/main" id="{BC36136A-2844-9C89-0C85-C5C896F08F8A}"/>
                </a:ext>
              </a:extLst>
            </p:cNvPr>
            <p:cNvSpPr/>
            <p:nvPr/>
          </p:nvSpPr>
          <p:spPr>
            <a:xfrm>
              <a:off x="6152350" y="3180425"/>
              <a:ext cx="257625" cy="257625"/>
            </a:xfrm>
            <a:custGeom>
              <a:avLst/>
              <a:gdLst/>
              <a:ahLst/>
              <a:cxnLst/>
              <a:rect l="l" t="t" r="r" b="b"/>
              <a:pathLst>
                <a:path w="10305" h="10305" extrusionOk="0">
                  <a:moveTo>
                    <a:pt x="10305" y="5168"/>
                  </a:moveTo>
                  <a:cubicBezTo>
                    <a:pt x="10305" y="7995"/>
                    <a:pt x="7995" y="10305"/>
                    <a:pt x="5138" y="10305"/>
                  </a:cubicBezTo>
                  <a:cubicBezTo>
                    <a:pt x="2311" y="10305"/>
                    <a:pt x="1" y="7995"/>
                    <a:pt x="1" y="5168"/>
                  </a:cubicBezTo>
                  <a:cubicBezTo>
                    <a:pt x="1" y="2311"/>
                    <a:pt x="2311" y="1"/>
                    <a:pt x="5138" y="1"/>
                  </a:cubicBezTo>
                  <a:cubicBezTo>
                    <a:pt x="7995" y="1"/>
                    <a:pt x="10305" y="2311"/>
                    <a:pt x="10305" y="5168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4" name="Google Shape;504;p46">
              <a:extLst>
                <a:ext uri="{FF2B5EF4-FFF2-40B4-BE49-F238E27FC236}">
                  <a16:creationId xmlns:a16="http://schemas.microsoft.com/office/drawing/2014/main" id="{E4917B4F-051E-4763-AD05-61EADCDF109F}"/>
                </a:ext>
              </a:extLst>
            </p:cNvPr>
            <p:cNvSpPr/>
            <p:nvPr/>
          </p:nvSpPr>
          <p:spPr>
            <a:xfrm>
              <a:off x="6232900" y="3091525"/>
              <a:ext cx="287275" cy="286500"/>
            </a:xfrm>
            <a:custGeom>
              <a:avLst/>
              <a:gdLst/>
              <a:ahLst/>
              <a:cxnLst/>
              <a:rect l="l" t="t" r="r" b="b"/>
              <a:pathLst>
                <a:path w="11491" h="11460" extrusionOk="0">
                  <a:moveTo>
                    <a:pt x="10852" y="547"/>
                  </a:moveTo>
                  <a:cubicBezTo>
                    <a:pt x="11490" y="1490"/>
                    <a:pt x="11156" y="0"/>
                    <a:pt x="7296" y="4924"/>
                  </a:cubicBezTo>
                  <a:cubicBezTo>
                    <a:pt x="4165" y="8937"/>
                    <a:pt x="4742" y="9514"/>
                    <a:pt x="3527" y="10365"/>
                  </a:cubicBezTo>
                  <a:cubicBezTo>
                    <a:pt x="2189" y="11277"/>
                    <a:pt x="2706" y="11459"/>
                    <a:pt x="2068" y="9879"/>
                  </a:cubicBezTo>
                  <a:cubicBezTo>
                    <a:pt x="1581" y="8754"/>
                    <a:pt x="1034" y="7326"/>
                    <a:pt x="1" y="6991"/>
                  </a:cubicBezTo>
                  <a:cubicBezTo>
                    <a:pt x="1733" y="5168"/>
                    <a:pt x="2311" y="6292"/>
                    <a:pt x="3223" y="8298"/>
                  </a:cubicBezTo>
                  <a:cubicBezTo>
                    <a:pt x="4955" y="5380"/>
                    <a:pt x="8025" y="2158"/>
                    <a:pt x="10852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5" name="Google Shape;505;p46">
              <a:extLst>
                <a:ext uri="{FF2B5EF4-FFF2-40B4-BE49-F238E27FC236}">
                  <a16:creationId xmlns:a16="http://schemas.microsoft.com/office/drawing/2014/main" id="{36FC8035-F187-D30D-373F-D7FEB01B7464}"/>
                </a:ext>
              </a:extLst>
            </p:cNvPr>
            <p:cNvSpPr/>
            <p:nvPr/>
          </p:nvSpPr>
          <p:spPr>
            <a:xfrm>
              <a:off x="6045200" y="3727550"/>
              <a:ext cx="373150" cy="372375"/>
            </a:xfrm>
            <a:custGeom>
              <a:avLst/>
              <a:gdLst/>
              <a:ahLst/>
              <a:cxnLst/>
              <a:rect l="l" t="t" r="r" b="b"/>
              <a:pathLst>
                <a:path w="14926" h="14895" extrusionOk="0">
                  <a:moveTo>
                    <a:pt x="13436" y="13405"/>
                  </a:moveTo>
                  <a:lnTo>
                    <a:pt x="13436" y="13405"/>
                  </a:lnTo>
                  <a:cubicBezTo>
                    <a:pt x="11916" y="14894"/>
                    <a:pt x="9484" y="14894"/>
                    <a:pt x="7995" y="13405"/>
                  </a:cubicBezTo>
                  <a:lnTo>
                    <a:pt x="1" y="5411"/>
                  </a:lnTo>
                  <a:lnTo>
                    <a:pt x="5442" y="0"/>
                  </a:lnTo>
                  <a:lnTo>
                    <a:pt x="13436" y="7994"/>
                  </a:lnTo>
                  <a:cubicBezTo>
                    <a:pt x="14925" y="9484"/>
                    <a:pt x="14925" y="11916"/>
                    <a:pt x="13436" y="1340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6" name="Google Shape;506;p46">
              <a:extLst>
                <a:ext uri="{FF2B5EF4-FFF2-40B4-BE49-F238E27FC236}">
                  <a16:creationId xmlns:a16="http://schemas.microsoft.com/office/drawing/2014/main" id="{661118F9-84FF-3E6A-8404-A3D6D75AF862}"/>
                </a:ext>
              </a:extLst>
            </p:cNvPr>
            <p:cNvSpPr/>
            <p:nvPr/>
          </p:nvSpPr>
          <p:spPr>
            <a:xfrm>
              <a:off x="6026975" y="3708550"/>
              <a:ext cx="237875" cy="237875"/>
            </a:xfrm>
            <a:custGeom>
              <a:avLst/>
              <a:gdLst/>
              <a:ahLst/>
              <a:cxnLst/>
              <a:rect l="l" t="t" r="r" b="b"/>
              <a:pathLst>
                <a:path w="9515" h="9515" extrusionOk="0">
                  <a:moveTo>
                    <a:pt x="9514" y="4104"/>
                  </a:moveTo>
                  <a:lnTo>
                    <a:pt x="4073" y="9514"/>
                  </a:lnTo>
                  <a:lnTo>
                    <a:pt x="0" y="5441"/>
                  </a:lnTo>
                  <a:lnTo>
                    <a:pt x="541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7" name="Google Shape;507;p46">
              <a:extLst>
                <a:ext uri="{FF2B5EF4-FFF2-40B4-BE49-F238E27FC236}">
                  <a16:creationId xmlns:a16="http://schemas.microsoft.com/office/drawing/2014/main" id="{F9BB641A-EA54-C3E0-F313-07E635DC752B}"/>
                </a:ext>
              </a:extLst>
            </p:cNvPr>
            <p:cNvSpPr/>
            <p:nvPr/>
          </p:nvSpPr>
          <p:spPr>
            <a:xfrm>
              <a:off x="5639425" y="3434900"/>
              <a:ext cx="304750" cy="341300"/>
            </a:xfrm>
            <a:custGeom>
              <a:avLst/>
              <a:gdLst/>
              <a:ahLst/>
              <a:cxnLst/>
              <a:rect l="l" t="t" r="r" b="b"/>
              <a:pathLst>
                <a:path w="12190" h="13652" extrusionOk="0">
                  <a:moveTo>
                    <a:pt x="1407" y="0"/>
                  </a:moveTo>
                  <a:cubicBezTo>
                    <a:pt x="1162" y="0"/>
                    <a:pt x="930" y="130"/>
                    <a:pt x="821" y="369"/>
                  </a:cubicBezTo>
                  <a:cubicBezTo>
                    <a:pt x="365" y="1342"/>
                    <a:pt x="92" y="2436"/>
                    <a:pt x="31" y="3530"/>
                  </a:cubicBezTo>
                  <a:cubicBezTo>
                    <a:pt x="1" y="3925"/>
                    <a:pt x="274" y="4229"/>
                    <a:pt x="669" y="4229"/>
                  </a:cubicBezTo>
                  <a:lnTo>
                    <a:pt x="2645" y="4229"/>
                  </a:lnTo>
                  <a:cubicBezTo>
                    <a:pt x="2979" y="4229"/>
                    <a:pt x="3253" y="3956"/>
                    <a:pt x="3253" y="3621"/>
                  </a:cubicBezTo>
                  <a:cubicBezTo>
                    <a:pt x="3314" y="2983"/>
                    <a:pt x="3435" y="2345"/>
                    <a:pt x="3648" y="1737"/>
                  </a:cubicBezTo>
                  <a:cubicBezTo>
                    <a:pt x="3739" y="1433"/>
                    <a:pt x="3618" y="1098"/>
                    <a:pt x="3344" y="977"/>
                  </a:cubicBezTo>
                  <a:lnTo>
                    <a:pt x="1703" y="65"/>
                  </a:lnTo>
                  <a:cubicBezTo>
                    <a:pt x="1607" y="21"/>
                    <a:pt x="1506" y="0"/>
                    <a:pt x="1407" y="0"/>
                  </a:cubicBezTo>
                  <a:close/>
                  <a:moveTo>
                    <a:pt x="2924" y="5910"/>
                  </a:moveTo>
                  <a:cubicBezTo>
                    <a:pt x="2872" y="5910"/>
                    <a:pt x="2819" y="5917"/>
                    <a:pt x="2767" y="5931"/>
                  </a:cubicBezTo>
                  <a:lnTo>
                    <a:pt x="943" y="6418"/>
                  </a:lnTo>
                  <a:cubicBezTo>
                    <a:pt x="578" y="6509"/>
                    <a:pt x="365" y="6874"/>
                    <a:pt x="487" y="7238"/>
                  </a:cubicBezTo>
                  <a:cubicBezTo>
                    <a:pt x="1733" y="10947"/>
                    <a:pt x="5259" y="13652"/>
                    <a:pt x="9423" y="13652"/>
                  </a:cubicBezTo>
                  <a:cubicBezTo>
                    <a:pt x="10092" y="13652"/>
                    <a:pt x="10761" y="13561"/>
                    <a:pt x="11399" y="13439"/>
                  </a:cubicBezTo>
                  <a:cubicBezTo>
                    <a:pt x="12189" y="13257"/>
                    <a:pt x="12037" y="12162"/>
                    <a:pt x="11277" y="12162"/>
                  </a:cubicBezTo>
                  <a:lnTo>
                    <a:pt x="11186" y="12162"/>
                  </a:lnTo>
                  <a:cubicBezTo>
                    <a:pt x="7539" y="12162"/>
                    <a:pt x="4499" y="9731"/>
                    <a:pt x="3557" y="6387"/>
                  </a:cubicBezTo>
                  <a:cubicBezTo>
                    <a:pt x="3455" y="6106"/>
                    <a:pt x="3201" y="5910"/>
                    <a:pt x="2924" y="59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8" name="Google Shape;508;p46">
              <a:extLst>
                <a:ext uri="{FF2B5EF4-FFF2-40B4-BE49-F238E27FC236}">
                  <a16:creationId xmlns:a16="http://schemas.microsoft.com/office/drawing/2014/main" id="{6B586DF0-9BA7-FB20-95B0-ADFCC559311D}"/>
                </a:ext>
              </a:extLst>
            </p:cNvPr>
            <p:cNvSpPr/>
            <p:nvPr/>
          </p:nvSpPr>
          <p:spPr>
            <a:xfrm>
              <a:off x="5506450" y="3172075"/>
              <a:ext cx="737125" cy="737875"/>
            </a:xfrm>
            <a:custGeom>
              <a:avLst/>
              <a:gdLst/>
              <a:ahLst/>
              <a:cxnLst/>
              <a:rect l="l" t="t" r="r" b="b"/>
              <a:pathLst>
                <a:path w="29485" h="29515" extrusionOk="0">
                  <a:moveTo>
                    <a:pt x="14742" y="0"/>
                  </a:moveTo>
                  <a:cubicBezTo>
                    <a:pt x="6596" y="0"/>
                    <a:pt x="0" y="6627"/>
                    <a:pt x="0" y="14742"/>
                  </a:cubicBezTo>
                  <a:cubicBezTo>
                    <a:pt x="0" y="22888"/>
                    <a:pt x="6596" y="29514"/>
                    <a:pt x="14742" y="29514"/>
                  </a:cubicBezTo>
                  <a:cubicBezTo>
                    <a:pt x="22888" y="29514"/>
                    <a:pt x="29484" y="22888"/>
                    <a:pt x="29484" y="14742"/>
                  </a:cubicBezTo>
                  <a:cubicBezTo>
                    <a:pt x="29484" y="6627"/>
                    <a:pt x="22888" y="0"/>
                    <a:pt x="14742" y="0"/>
                  </a:cubicBezTo>
                  <a:close/>
                  <a:moveTo>
                    <a:pt x="14742" y="26201"/>
                  </a:moveTo>
                  <a:cubicBezTo>
                    <a:pt x="8420" y="26201"/>
                    <a:pt x="3283" y="21064"/>
                    <a:pt x="3283" y="14742"/>
                  </a:cubicBezTo>
                  <a:cubicBezTo>
                    <a:pt x="3283" y="8450"/>
                    <a:pt x="8420" y="3313"/>
                    <a:pt x="14742" y="3313"/>
                  </a:cubicBezTo>
                  <a:cubicBezTo>
                    <a:pt x="21065" y="3313"/>
                    <a:pt x="26171" y="8450"/>
                    <a:pt x="26171" y="14742"/>
                  </a:cubicBezTo>
                  <a:cubicBezTo>
                    <a:pt x="26171" y="21064"/>
                    <a:pt x="21065" y="26201"/>
                    <a:pt x="14742" y="2620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09" name="Google Shape;509;p46">
              <a:extLst>
                <a:ext uri="{FF2B5EF4-FFF2-40B4-BE49-F238E27FC236}">
                  <a16:creationId xmlns:a16="http://schemas.microsoft.com/office/drawing/2014/main" id="{88D9630E-12E6-0FDB-F41A-F9C2E579450F}"/>
                </a:ext>
              </a:extLst>
            </p:cNvPr>
            <p:cNvSpPr/>
            <p:nvPr/>
          </p:nvSpPr>
          <p:spPr>
            <a:xfrm>
              <a:off x="5561150" y="3227550"/>
              <a:ext cx="626950" cy="626925"/>
            </a:xfrm>
            <a:custGeom>
              <a:avLst/>
              <a:gdLst/>
              <a:ahLst/>
              <a:cxnLst/>
              <a:rect l="l" t="t" r="r" b="b"/>
              <a:pathLst>
                <a:path w="25078" h="25077" extrusionOk="0">
                  <a:moveTo>
                    <a:pt x="12554" y="25077"/>
                  </a:moveTo>
                  <a:cubicBezTo>
                    <a:pt x="19485" y="25077"/>
                    <a:pt x="25077" y="19453"/>
                    <a:pt x="25077" y="12523"/>
                  </a:cubicBezTo>
                  <a:cubicBezTo>
                    <a:pt x="25077" y="5623"/>
                    <a:pt x="19485" y="0"/>
                    <a:pt x="12554" y="0"/>
                  </a:cubicBezTo>
                  <a:cubicBezTo>
                    <a:pt x="5624" y="0"/>
                    <a:pt x="1" y="5623"/>
                    <a:pt x="1" y="12523"/>
                  </a:cubicBezTo>
                  <a:cubicBezTo>
                    <a:pt x="1" y="19453"/>
                    <a:pt x="5624" y="25077"/>
                    <a:pt x="12554" y="25077"/>
                  </a:cubicBezTo>
                  <a:close/>
                  <a:moveTo>
                    <a:pt x="12554" y="1094"/>
                  </a:moveTo>
                  <a:cubicBezTo>
                    <a:pt x="18877" y="1094"/>
                    <a:pt x="23983" y="6231"/>
                    <a:pt x="23983" y="12523"/>
                  </a:cubicBezTo>
                  <a:cubicBezTo>
                    <a:pt x="23983" y="18845"/>
                    <a:pt x="18877" y="23982"/>
                    <a:pt x="12554" y="23982"/>
                  </a:cubicBezTo>
                  <a:cubicBezTo>
                    <a:pt x="6232" y="23982"/>
                    <a:pt x="1095" y="18845"/>
                    <a:pt x="1095" y="12523"/>
                  </a:cubicBezTo>
                  <a:cubicBezTo>
                    <a:pt x="1095" y="6231"/>
                    <a:pt x="6232" y="1094"/>
                    <a:pt x="12554" y="109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0" name="Google Shape;510;p46">
              <a:extLst>
                <a:ext uri="{FF2B5EF4-FFF2-40B4-BE49-F238E27FC236}">
                  <a16:creationId xmlns:a16="http://schemas.microsoft.com/office/drawing/2014/main" id="{3CD29ACB-E8B6-4173-9F72-6180A801774B}"/>
                </a:ext>
              </a:extLst>
            </p:cNvPr>
            <p:cNvSpPr/>
            <p:nvPr/>
          </p:nvSpPr>
          <p:spPr>
            <a:xfrm>
              <a:off x="3766300" y="3283775"/>
              <a:ext cx="401250" cy="401250"/>
            </a:xfrm>
            <a:custGeom>
              <a:avLst/>
              <a:gdLst/>
              <a:ahLst/>
              <a:cxnLst/>
              <a:rect l="l" t="t" r="r" b="b"/>
              <a:pathLst>
                <a:path w="16050" h="16050" extrusionOk="0">
                  <a:moveTo>
                    <a:pt x="16049" y="8025"/>
                  </a:moveTo>
                  <a:cubicBezTo>
                    <a:pt x="16049" y="12463"/>
                    <a:pt x="12462" y="16049"/>
                    <a:pt x="8025" y="16049"/>
                  </a:cubicBezTo>
                  <a:cubicBezTo>
                    <a:pt x="3587" y="16049"/>
                    <a:pt x="0" y="12463"/>
                    <a:pt x="0" y="8025"/>
                  </a:cubicBezTo>
                  <a:cubicBezTo>
                    <a:pt x="0" y="3587"/>
                    <a:pt x="3587" y="0"/>
                    <a:pt x="8025" y="0"/>
                  </a:cubicBezTo>
                  <a:cubicBezTo>
                    <a:pt x="12462" y="0"/>
                    <a:pt x="16049" y="3587"/>
                    <a:pt x="16049" y="8025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1" name="Google Shape;511;p46">
              <a:extLst>
                <a:ext uri="{FF2B5EF4-FFF2-40B4-BE49-F238E27FC236}">
                  <a16:creationId xmlns:a16="http://schemas.microsoft.com/office/drawing/2014/main" id="{EF79FB27-A731-666C-6493-43A523AF6008}"/>
                </a:ext>
              </a:extLst>
            </p:cNvPr>
            <p:cNvSpPr/>
            <p:nvPr/>
          </p:nvSpPr>
          <p:spPr>
            <a:xfrm>
              <a:off x="3825575" y="3350650"/>
              <a:ext cx="282700" cy="301700"/>
            </a:xfrm>
            <a:custGeom>
              <a:avLst/>
              <a:gdLst/>
              <a:ahLst/>
              <a:cxnLst/>
              <a:rect l="l" t="t" r="r" b="b"/>
              <a:pathLst>
                <a:path w="11308" h="12068" extrusionOk="0">
                  <a:moveTo>
                    <a:pt x="8511" y="2888"/>
                  </a:moveTo>
                  <a:cubicBezTo>
                    <a:pt x="8511" y="4468"/>
                    <a:pt x="7234" y="5745"/>
                    <a:pt x="5654" y="5745"/>
                  </a:cubicBezTo>
                  <a:cubicBezTo>
                    <a:pt x="4073" y="5745"/>
                    <a:pt x="2766" y="4468"/>
                    <a:pt x="2766" y="2888"/>
                  </a:cubicBezTo>
                  <a:cubicBezTo>
                    <a:pt x="2766" y="1307"/>
                    <a:pt x="4073" y="0"/>
                    <a:pt x="5654" y="0"/>
                  </a:cubicBezTo>
                  <a:cubicBezTo>
                    <a:pt x="7234" y="0"/>
                    <a:pt x="8511" y="1307"/>
                    <a:pt x="8511" y="2888"/>
                  </a:cubicBezTo>
                  <a:close/>
                  <a:moveTo>
                    <a:pt x="5654" y="6110"/>
                  </a:moveTo>
                  <a:cubicBezTo>
                    <a:pt x="3100" y="6110"/>
                    <a:pt x="912" y="7295"/>
                    <a:pt x="0" y="8967"/>
                  </a:cubicBezTo>
                  <a:cubicBezTo>
                    <a:pt x="1186" y="10821"/>
                    <a:pt x="3283" y="12067"/>
                    <a:pt x="5654" y="12067"/>
                  </a:cubicBezTo>
                  <a:cubicBezTo>
                    <a:pt x="8025" y="12067"/>
                    <a:pt x="10122" y="10821"/>
                    <a:pt x="11307" y="8967"/>
                  </a:cubicBezTo>
                  <a:cubicBezTo>
                    <a:pt x="10395" y="7295"/>
                    <a:pt x="8207" y="6110"/>
                    <a:pt x="5654" y="611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2" name="Google Shape;512;p46">
              <a:extLst>
                <a:ext uri="{FF2B5EF4-FFF2-40B4-BE49-F238E27FC236}">
                  <a16:creationId xmlns:a16="http://schemas.microsoft.com/office/drawing/2014/main" id="{BABAC224-7D02-D414-7DAD-B162E8F782F3}"/>
                </a:ext>
              </a:extLst>
            </p:cNvPr>
            <p:cNvSpPr/>
            <p:nvPr/>
          </p:nvSpPr>
          <p:spPr>
            <a:xfrm>
              <a:off x="3925875" y="2916750"/>
              <a:ext cx="82100" cy="396675"/>
            </a:xfrm>
            <a:custGeom>
              <a:avLst/>
              <a:gdLst/>
              <a:ahLst/>
              <a:cxnLst/>
              <a:rect l="l" t="t" r="r" b="b"/>
              <a:pathLst>
                <a:path w="3284" h="15867" extrusionOk="0">
                  <a:moveTo>
                    <a:pt x="0" y="13040"/>
                  </a:moveTo>
                  <a:lnTo>
                    <a:pt x="3283" y="13040"/>
                  </a:lnTo>
                  <a:lnTo>
                    <a:pt x="1642" y="15867"/>
                  </a:lnTo>
                  <a:close/>
                  <a:moveTo>
                    <a:pt x="1642" y="9362"/>
                  </a:moveTo>
                  <a:lnTo>
                    <a:pt x="3283" y="6505"/>
                  </a:lnTo>
                  <a:lnTo>
                    <a:pt x="0" y="6505"/>
                  </a:lnTo>
                  <a:close/>
                  <a:moveTo>
                    <a:pt x="1642" y="2858"/>
                  </a:moveTo>
                  <a:lnTo>
                    <a:pt x="32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3" name="Google Shape;513;p46">
              <a:extLst>
                <a:ext uri="{FF2B5EF4-FFF2-40B4-BE49-F238E27FC236}">
                  <a16:creationId xmlns:a16="http://schemas.microsoft.com/office/drawing/2014/main" id="{9F63F845-DCAD-356E-88E3-DBAE7ED94C5C}"/>
                </a:ext>
              </a:extLst>
            </p:cNvPr>
            <p:cNvSpPr/>
            <p:nvPr/>
          </p:nvSpPr>
          <p:spPr>
            <a:xfrm>
              <a:off x="4694125" y="3867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4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4" name="Google Shape;514;p46">
              <a:extLst>
                <a:ext uri="{FF2B5EF4-FFF2-40B4-BE49-F238E27FC236}">
                  <a16:creationId xmlns:a16="http://schemas.microsoft.com/office/drawing/2014/main" id="{F233C592-0572-40C9-62F8-754B5CB019E2}"/>
                </a:ext>
              </a:extLst>
            </p:cNvPr>
            <p:cNvSpPr/>
            <p:nvPr/>
          </p:nvSpPr>
          <p:spPr>
            <a:xfrm>
              <a:off x="4694125" y="39251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47"/>
                  </a:moveTo>
                  <a:cubicBezTo>
                    <a:pt x="1064" y="851"/>
                    <a:pt x="821" y="1064"/>
                    <a:pt x="548" y="1064"/>
                  </a:cubicBezTo>
                  <a:cubicBezTo>
                    <a:pt x="244" y="1064"/>
                    <a:pt x="0" y="85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5" name="Google Shape;515;p46">
              <a:extLst>
                <a:ext uri="{FF2B5EF4-FFF2-40B4-BE49-F238E27FC236}">
                  <a16:creationId xmlns:a16="http://schemas.microsoft.com/office/drawing/2014/main" id="{0FC211D1-90D0-F6BA-0E1B-E7B8E624CA19}"/>
                </a:ext>
              </a:extLst>
            </p:cNvPr>
            <p:cNvSpPr/>
            <p:nvPr/>
          </p:nvSpPr>
          <p:spPr>
            <a:xfrm>
              <a:off x="4694125" y="3982875"/>
              <a:ext cx="26625" cy="27375"/>
            </a:xfrm>
            <a:custGeom>
              <a:avLst/>
              <a:gdLst/>
              <a:ahLst/>
              <a:cxnLst/>
              <a:rect l="l" t="t" r="r" b="b"/>
              <a:pathLst>
                <a:path w="1065" h="1095" extrusionOk="0">
                  <a:moveTo>
                    <a:pt x="1064" y="547"/>
                  </a:moveTo>
                  <a:cubicBezTo>
                    <a:pt x="1064" y="851"/>
                    <a:pt x="821" y="1095"/>
                    <a:pt x="548" y="1095"/>
                  </a:cubicBezTo>
                  <a:cubicBezTo>
                    <a:pt x="244" y="1095"/>
                    <a:pt x="0" y="851"/>
                    <a:pt x="0" y="547"/>
                  </a:cubicBezTo>
                  <a:cubicBezTo>
                    <a:pt x="0" y="244"/>
                    <a:pt x="244" y="0"/>
                    <a:pt x="548" y="0"/>
                  </a:cubicBezTo>
                  <a:cubicBezTo>
                    <a:pt x="821" y="0"/>
                    <a:pt x="1064" y="244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6" name="Google Shape;516;p46">
              <a:extLst>
                <a:ext uri="{FF2B5EF4-FFF2-40B4-BE49-F238E27FC236}">
                  <a16:creationId xmlns:a16="http://schemas.microsoft.com/office/drawing/2014/main" id="{2B137417-0B83-4560-A9CE-BBC56DB02806}"/>
                </a:ext>
              </a:extLst>
            </p:cNvPr>
            <p:cNvSpPr/>
            <p:nvPr/>
          </p:nvSpPr>
          <p:spPr>
            <a:xfrm>
              <a:off x="4694125" y="4040625"/>
              <a:ext cx="26625" cy="27375"/>
            </a:xfrm>
            <a:custGeom>
              <a:avLst/>
              <a:gdLst/>
              <a:ahLst/>
              <a:cxnLst/>
              <a:rect l="l" t="t" r="r" b="b"/>
              <a:pathLst>
                <a:path w="1065" h="1095" extrusionOk="0">
                  <a:moveTo>
                    <a:pt x="1064" y="548"/>
                  </a:moveTo>
                  <a:cubicBezTo>
                    <a:pt x="1064" y="851"/>
                    <a:pt x="821" y="1095"/>
                    <a:pt x="548" y="1095"/>
                  </a:cubicBezTo>
                  <a:cubicBezTo>
                    <a:pt x="244" y="1095"/>
                    <a:pt x="0" y="851"/>
                    <a:pt x="0" y="548"/>
                  </a:cubicBezTo>
                  <a:cubicBezTo>
                    <a:pt x="0" y="244"/>
                    <a:pt x="244" y="0"/>
                    <a:pt x="548" y="0"/>
                  </a:cubicBezTo>
                  <a:cubicBezTo>
                    <a:pt x="821" y="0"/>
                    <a:pt x="1064" y="244"/>
                    <a:pt x="1064" y="5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7" name="Google Shape;517;p46">
              <a:extLst>
                <a:ext uri="{FF2B5EF4-FFF2-40B4-BE49-F238E27FC236}">
                  <a16:creationId xmlns:a16="http://schemas.microsoft.com/office/drawing/2014/main" id="{677AC4AF-64E4-A27E-6E6F-5700D284A604}"/>
                </a:ext>
              </a:extLst>
            </p:cNvPr>
            <p:cNvSpPr/>
            <p:nvPr/>
          </p:nvSpPr>
          <p:spPr>
            <a:xfrm>
              <a:off x="4694125" y="40991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18"/>
                  </a:moveTo>
                  <a:cubicBezTo>
                    <a:pt x="1064" y="822"/>
                    <a:pt x="821" y="1065"/>
                    <a:pt x="548" y="1065"/>
                  </a:cubicBezTo>
                  <a:cubicBezTo>
                    <a:pt x="244" y="1065"/>
                    <a:pt x="0" y="822"/>
                    <a:pt x="0" y="518"/>
                  </a:cubicBezTo>
                  <a:cubicBezTo>
                    <a:pt x="0" y="214"/>
                    <a:pt x="244" y="1"/>
                    <a:pt x="548" y="1"/>
                  </a:cubicBezTo>
                  <a:cubicBezTo>
                    <a:pt x="821" y="1"/>
                    <a:pt x="1064" y="214"/>
                    <a:pt x="1064" y="5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8" name="Google Shape;518;p46">
              <a:extLst>
                <a:ext uri="{FF2B5EF4-FFF2-40B4-BE49-F238E27FC236}">
                  <a16:creationId xmlns:a16="http://schemas.microsoft.com/office/drawing/2014/main" id="{3A558242-A1C5-EACE-91E6-3BE0442B2040}"/>
                </a:ext>
              </a:extLst>
            </p:cNvPr>
            <p:cNvSpPr/>
            <p:nvPr/>
          </p:nvSpPr>
          <p:spPr>
            <a:xfrm>
              <a:off x="4694125" y="4156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18"/>
                  </a:moveTo>
                  <a:cubicBezTo>
                    <a:pt x="1064" y="822"/>
                    <a:pt x="821" y="1065"/>
                    <a:pt x="548" y="1065"/>
                  </a:cubicBezTo>
                  <a:cubicBezTo>
                    <a:pt x="244" y="1065"/>
                    <a:pt x="0" y="822"/>
                    <a:pt x="0" y="518"/>
                  </a:cubicBezTo>
                  <a:cubicBezTo>
                    <a:pt x="0" y="244"/>
                    <a:pt x="244" y="1"/>
                    <a:pt x="548" y="1"/>
                  </a:cubicBezTo>
                  <a:cubicBezTo>
                    <a:pt x="821" y="1"/>
                    <a:pt x="1064" y="244"/>
                    <a:pt x="1064" y="5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19" name="Google Shape;519;p46">
              <a:extLst>
                <a:ext uri="{FF2B5EF4-FFF2-40B4-BE49-F238E27FC236}">
                  <a16:creationId xmlns:a16="http://schemas.microsoft.com/office/drawing/2014/main" id="{2F62C2B4-E9E2-C41F-E1C5-0D252CFCF450}"/>
                </a:ext>
              </a:extLst>
            </p:cNvPr>
            <p:cNvSpPr/>
            <p:nvPr/>
          </p:nvSpPr>
          <p:spPr>
            <a:xfrm>
              <a:off x="4694125" y="421465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1064" y="51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1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0" name="Google Shape;520;p46">
              <a:extLst>
                <a:ext uri="{FF2B5EF4-FFF2-40B4-BE49-F238E27FC236}">
                  <a16:creationId xmlns:a16="http://schemas.microsoft.com/office/drawing/2014/main" id="{1A4E03D1-0598-FF01-CE6F-BBA6880D7F14}"/>
                </a:ext>
              </a:extLst>
            </p:cNvPr>
            <p:cNvSpPr/>
            <p:nvPr/>
          </p:nvSpPr>
          <p:spPr>
            <a:xfrm>
              <a:off x="4694125" y="42724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1064" y="54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1" name="Google Shape;521;p46">
              <a:extLst>
                <a:ext uri="{FF2B5EF4-FFF2-40B4-BE49-F238E27FC236}">
                  <a16:creationId xmlns:a16="http://schemas.microsoft.com/office/drawing/2014/main" id="{7734B68F-BD0F-00DE-02B9-709EBA1F08A7}"/>
                </a:ext>
              </a:extLst>
            </p:cNvPr>
            <p:cNvSpPr/>
            <p:nvPr/>
          </p:nvSpPr>
          <p:spPr>
            <a:xfrm>
              <a:off x="5362825" y="1724475"/>
              <a:ext cx="503075" cy="509925"/>
            </a:xfrm>
            <a:custGeom>
              <a:avLst/>
              <a:gdLst/>
              <a:ahLst/>
              <a:cxnLst/>
              <a:rect l="l" t="t" r="r" b="b"/>
              <a:pathLst>
                <a:path w="20123" h="20397" extrusionOk="0">
                  <a:moveTo>
                    <a:pt x="8876" y="1"/>
                  </a:moveTo>
                  <a:lnTo>
                    <a:pt x="8359" y="1733"/>
                  </a:lnTo>
                  <a:cubicBezTo>
                    <a:pt x="7539" y="2007"/>
                    <a:pt x="7265" y="2098"/>
                    <a:pt x="6445" y="2372"/>
                  </a:cubicBezTo>
                  <a:lnTo>
                    <a:pt x="5016" y="1247"/>
                  </a:lnTo>
                  <a:cubicBezTo>
                    <a:pt x="4013" y="1976"/>
                    <a:pt x="4104" y="1916"/>
                    <a:pt x="3101" y="2645"/>
                  </a:cubicBezTo>
                  <a:lnTo>
                    <a:pt x="3709" y="4347"/>
                  </a:lnTo>
                  <a:cubicBezTo>
                    <a:pt x="3192" y="5046"/>
                    <a:pt x="3040" y="5290"/>
                    <a:pt x="2523" y="5989"/>
                  </a:cubicBezTo>
                  <a:lnTo>
                    <a:pt x="730" y="5928"/>
                  </a:lnTo>
                  <a:cubicBezTo>
                    <a:pt x="335" y="7083"/>
                    <a:pt x="365" y="6992"/>
                    <a:pt x="1" y="8177"/>
                  </a:cubicBezTo>
                  <a:lnTo>
                    <a:pt x="1490" y="9180"/>
                  </a:lnTo>
                  <a:lnTo>
                    <a:pt x="1490" y="11217"/>
                  </a:lnTo>
                  <a:lnTo>
                    <a:pt x="1" y="12220"/>
                  </a:lnTo>
                  <a:cubicBezTo>
                    <a:pt x="365" y="13405"/>
                    <a:pt x="335" y="13314"/>
                    <a:pt x="730" y="14469"/>
                  </a:cubicBezTo>
                  <a:lnTo>
                    <a:pt x="2523" y="14408"/>
                  </a:lnTo>
                  <a:cubicBezTo>
                    <a:pt x="3040" y="15107"/>
                    <a:pt x="3192" y="15350"/>
                    <a:pt x="3709" y="16050"/>
                  </a:cubicBezTo>
                  <a:lnTo>
                    <a:pt x="3101" y="17752"/>
                  </a:lnTo>
                  <a:cubicBezTo>
                    <a:pt x="4104" y="18481"/>
                    <a:pt x="4013" y="18420"/>
                    <a:pt x="5016" y="19150"/>
                  </a:cubicBezTo>
                  <a:lnTo>
                    <a:pt x="6445" y="18025"/>
                  </a:lnTo>
                  <a:cubicBezTo>
                    <a:pt x="7265" y="18299"/>
                    <a:pt x="7539" y="18390"/>
                    <a:pt x="8359" y="18664"/>
                  </a:cubicBezTo>
                  <a:lnTo>
                    <a:pt x="8876" y="20396"/>
                  </a:lnTo>
                  <a:lnTo>
                    <a:pt x="11217" y="20396"/>
                  </a:lnTo>
                  <a:lnTo>
                    <a:pt x="11733" y="18664"/>
                  </a:lnTo>
                  <a:cubicBezTo>
                    <a:pt x="12554" y="18390"/>
                    <a:pt x="12828" y="18299"/>
                    <a:pt x="13648" y="18025"/>
                  </a:cubicBezTo>
                  <a:lnTo>
                    <a:pt x="15077" y="19150"/>
                  </a:lnTo>
                  <a:cubicBezTo>
                    <a:pt x="16080" y="18420"/>
                    <a:pt x="16019" y="18481"/>
                    <a:pt x="16992" y="17752"/>
                  </a:cubicBezTo>
                  <a:lnTo>
                    <a:pt x="16384" y="16050"/>
                  </a:lnTo>
                  <a:cubicBezTo>
                    <a:pt x="16901" y="15350"/>
                    <a:pt x="17083" y="15107"/>
                    <a:pt x="17569" y="14408"/>
                  </a:cubicBezTo>
                  <a:lnTo>
                    <a:pt x="19393" y="14469"/>
                  </a:lnTo>
                  <a:cubicBezTo>
                    <a:pt x="19758" y="13314"/>
                    <a:pt x="19727" y="13405"/>
                    <a:pt x="20123" y="12220"/>
                  </a:cubicBezTo>
                  <a:lnTo>
                    <a:pt x="18633" y="11217"/>
                  </a:lnTo>
                  <a:lnTo>
                    <a:pt x="18633" y="9180"/>
                  </a:lnTo>
                  <a:lnTo>
                    <a:pt x="20123" y="8177"/>
                  </a:lnTo>
                  <a:cubicBezTo>
                    <a:pt x="19727" y="6992"/>
                    <a:pt x="19758" y="7083"/>
                    <a:pt x="19393" y="5928"/>
                  </a:cubicBezTo>
                  <a:lnTo>
                    <a:pt x="17569" y="5989"/>
                  </a:lnTo>
                  <a:cubicBezTo>
                    <a:pt x="17083" y="5290"/>
                    <a:pt x="16901" y="5046"/>
                    <a:pt x="16384" y="4347"/>
                  </a:cubicBezTo>
                  <a:lnTo>
                    <a:pt x="16992" y="2645"/>
                  </a:lnTo>
                  <a:cubicBezTo>
                    <a:pt x="16019" y="1916"/>
                    <a:pt x="16080" y="1976"/>
                    <a:pt x="15077" y="1247"/>
                  </a:cubicBezTo>
                  <a:lnTo>
                    <a:pt x="13648" y="2372"/>
                  </a:lnTo>
                  <a:cubicBezTo>
                    <a:pt x="12828" y="2098"/>
                    <a:pt x="12554" y="2007"/>
                    <a:pt x="11733" y="1733"/>
                  </a:cubicBezTo>
                  <a:lnTo>
                    <a:pt x="1121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2" name="Google Shape;522;p46">
              <a:extLst>
                <a:ext uri="{FF2B5EF4-FFF2-40B4-BE49-F238E27FC236}">
                  <a16:creationId xmlns:a16="http://schemas.microsoft.com/office/drawing/2014/main" id="{7AE91B43-4442-6FF6-3E49-359CB4F5E6FE}"/>
                </a:ext>
              </a:extLst>
            </p:cNvPr>
            <p:cNvSpPr/>
            <p:nvPr/>
          </p:nvSpPr>
          <p:spPr>
            <a:xfrm>
              <a:off x="5467700" y="1832375"/>
              <a:ext cx="293325" cy="294100"/>
            </a:xfrm>
            <a:custGeom>
              <a:avLst/>
              <a:gdLst/>
              <a:ahLst/>
              <a:cxnLst/>
              <a:rect l="l" t="t" r="r" b="b"/>
              <a:pathLst>
                <a:path w="11733" h="11764" extrusionOk="0">
                  <a:moveTo>
                    <a:pt x="5867" y="11764"/>
                  </a:moveTo>
                  <a:cubicBezTo>
                    <a:pt x="2614" y="11764"/>
                    <a:pt x="0" y="9120"/>
                    <a:pt x="0" y="5898"/>
                  </a:cubicBezTo>
                  <a:cubicBezTo>
                    <a:pt x="0" y="2645"/>
                    <a:pt x="2614" y="1"/>
                    <a:pt x="5867" y="1"/>
                  </a:cubicBezTo>
                  <a:cubicBezTo>
                    <a:pt x="9089" y="1"/>
                    <a:pt x="11733" y="2645"/>
                    <a:pt x="11733" y="5898"/>
                  </a:cubicBezTo>
                  <a:cubicBezTo>
                    <a:pt x="11733" y="9120"/>
                    <a:pt x="9089" y="11764"/>
                    <a:pt x="5867" y="11764"/>
                  </a:cubicBezTo>
                  <a:close/>
                  <a:moveTo>
                    <a:pt x="5867" y="183"/>
                  </a:moveTo>
                  <a:cubicBezTo>
                    <a:pt x="2705" y="183"/>
                    <a:pt x="152" y="2736"/>
                    <a:pt x="152" y="5898"/>
                  </a:cubicBezTo>
                  <a:cubicBezTo>
                    <a:pt x="152" y="9028"/>
                    <a:pt x="2705" y="11582"/>
                    <a:pt x="5867" y="11582"/>
                  </a:cubicBezTo>
                  <a:cubicBezTo>
                    <a:pt x="8997" y="11582"/>
                    <a:pt x="11551" y="9028"/>
                    <a:pt x="11551" y="5898"/>
                  </a:cubicBezTo>
                  <a:cubicBezTo>
                    <a:pt x="11551" y="2736"/>
                    <a:pt x="8997" y="183"/>
                    <a:pt x="5867" y="1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23" name="Google Shape;523;p46">
              <a:extLst>
                <a:ext uri="{FF2B5EF4-FFF2-40B4-BE49-F238E27FC236}">
                  <a16:creationId xmlns:a16="http://schemas.microsoft.com/office/drawing/2014/main" id="{CC5249CA-F5E8-F60A-2129-D8F00C0606F5}"/>
                </a:ext>
              </a:extLst>
            </p:cNvPr>
            <p:cNvSpPr/>
            <p:nvPr/>
          </p:nvSpPr>
          <p:spPr>
            <a:xfrm>
              <a:off x="5523925" y="1920525"/>
              <a:ext cx="180125" cy="117825"/>
            </a:xfrm>
            <a:custGeom>
              <a:avLst/>
              <a:gdLst/>
              <a:ahLst/>
              <a:cxnLst/>
              <a:rect l="l" t="t" r="r" b="b"/>
              <a:pathLst>
                <a:path w="7205" h="4713" extrusionOk="0">
                  <a:moveTo>
                    <a:pt x="1" y="2068"/>
                  </a:moveTo>
                  <a:lnTo>
                    <a:pt x="2098" y="1156"/>
                  </a:lnTo>
                  <a:lnTo>
                    <a:pt x="2311" y="1764"/>
                  </a:lnTo>
                  <a:lnTo>
                    <a:pt x="760" y="2341"/>
                  </a:lnTo>
                  <a:lnTo>
                    <a:pt x="2311" y="2949"/>
                  </a:lnTo>
                  <a:lnTo>
                    <a:pt x="2098" y="3557"/>
                  </a:lnTo>
                  <a:lnTo>
                    <a:pt x="1" y="2645"/>
                  </a:lnTo>
                  <a:close/>
                  <a:moveTo>
                    <a:pt x="3162" y="4712"/>
                  </a:moveTo>
                  <a:lnTo>
                    <a:pt x="2402" y="4712"/>
                  </a:lnTo>
                  <a:lnTo>
                    <a:pt x="4074" y="1"/>
                  </a:lnTo>
                  <a:lnTo>
                    <a:pt x="4803" y="1"/>
                  </a:lnTo>
                  <a:close/>
                  <a:moveTo>
                    <a:pt x="7204" y="2645"/>
                  </a:moveTo>
                  <a:lnTo>
                    <a:pt x="5107" y="3557"/>
                  </a:lnTo>
                  <a:lnTo>
                    <a:pt x="4925" y="2949"/>
                  </a:lnTo>
                  <a:lnTo>
                    <a:pt x="6444" y="2341"/>
                  </a:lnTo>
                  <a:lnTo>
                    <a:pt x="4925" y="1764"/>
                  </a:lnTo>
                  <a:lnTo>
                    <a:pt x="5107" y="1156"/>
                  </a:lnTo>
                  <a:lnTo>
                    <a:pt x="7204" y="20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</p:grpSp>
      <p:sp>
        <p:nvSpPr>
          <p:cNvPr id="524" name="Google Shape;524;p46">
            <a:extLst>
              <a:ext uri="{FF2B5EF4-FFF2-40B4-BE49-F238E27FC236}">
                <a16:creationId xmlns:a16="http://schemas.microsoft.com/office/drawing/2014/main" id="{1AE857E4-158A-1EDF-5E23-8EE5CABEC3B6}"/>
              </a:ext>
            </a:extLst>
          </p:cNvPr>
          <p:cNvSpPr/>
          <p:nvPr/>
        </p:nvSpPr>
        <p:spPr>
          <a:xfrm rot="5400251">
            <a:off x="4950053" y="3578440"/>
            <a:ext cx="574191" cy="197160"/>
          </a:xfrm>
          <a:custGeom>
            <a:avLst/>
            <a:gdLst/>
            <a:ahLst/>
            <a:cxnLst/>
            <a:rect l="l" t="t" r="r" b="b"/>
            <a:pathLst>
              <a:path w="8390" h="10518" fill="none" extrusionOk="0">
                <a:moveTo>
                  <a:pt x="8390" y="0"/>
                </a:moveTo>
                <a:lnTo>
                  <a:pt x="8390" y="6718"/>
                </a:lnTo>
                <a:cubicBezTo>
                  <a:pt x="8390" y="8815"/>
                  <a:pt x="6688" y="10517"/>
                  <a:pt x="4591" y="10517"/>
                </a:cubicBezTo>
                <a:lnTo>
                  <a:pt x="1" y="10517"/>
                </a:lnTo>
              </a:path>
            </a:pathLst>
          </a:custGeom>
          <a:noFill/>
          <a:ln w="28575" cap="rnd" cmpd="sng">
            <a:solidFill>
              <a:srgbClr val="FFF1EF"/>
            </a:solidFill>
            <a:prstDash val="dot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525" name="Google Shape;525;p46">
            <a:extLst>
              <a:ext uri="{FF2B5EF4-FFF2-40B4-BE49-F238E27FC236}">
                <a16:creationId xmlns:a16="http://schemas.microsoft.com/office/drawing/2014/main" id="{07F4E5A7-3E42-9E37-0591-9DE35F112151}"/>
              </a:ext>
            </a:extLst>
          </p:cNvPr>
          <p:cNvSpPr/>
          <p:nvPr/>
        </p:nvSpPr>
        <p:spPr>
          <a:xfrm rot="-5399557">
            <a:off x="7647278" y="1303628"/>
            <a:ext cx="325616" cy="210413"/>
          </a:xfrm>
          <a:custGeom>
            <a:avLst/>
            <a:gdLst/>
            <a:ahLst/>
            <a:cxnLst/>
            <a:rect l="l" t="t" r="r" b="b"/>
            <a:pathLst>
              <a:path w="8390" h="10518" fill="none" extrusionOk="0">
                <a:moveTo>
                  <a:pt x="8390" y="0"/>
                </a:moveTo>
                <a:lnTo>
                  <a:pt x="8390" y="6718"/>
                </a:lnTo>
                <a:cubicBezTo>
                  <a:pt x="8390" y="8815"/>
                  <a:pt x="6688" y="10517"/>
                  <a:pt x="4591" y="10517"/>
                </a:cubicBezTo>
                <a:lnTo>
                  <a:pt x="1" y="10517"/>
                </a:lnTo>
              </a:path>
            </a:pathLst>
          </a:custGeom>
          <a:noFill/>
          <a:ln w="28575" cap="rnd" cmpd="sng">
            <a:solidFill>
              <a:srgbClr val="FFF1EF"/>
            </a:solidFill>
            <a:prstDash val="dot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526" name="Google Shape;526;p46">
            <a:extLst>
              <a:ext uri="{FF2B5EF4-FFF2-40B4-BE49-F238E27FC236}">
                <a16:creationId xmlns:a16="http://schemas.microsoft.com/office/drawing/2014/main" id="{CAB2D089-6176-10D9-A188-0F21D0156007}"/>
              </a:ext>
            </a:extLst>
          </p:cNvPr>
          <p:cNvSpPr/>
          <p:nvPr/>
        </p:nvSpPr>
        <p:spPr>
          <a:xfrm>
            <a:off x="2738175" y="-1260400"/>
            <a:ext cx="6891527" cy="2390141"/>
          </a:xfrm>
          <a:custGeom>
            <a:avLst/>
            <a:gdLst/>
            <a:ahLst/>
            <a:cxnLst/>
            <a:rect l="l" t="t" r="r" b="b"/>
            <a:pathLst>
              <a:path w="182557" h="63315" extrusionOk="0">
                <a:moveTo>
                  <a:pt x="13634" y="34215"/>
                </a:moveTo>
                <a:cubicBezTo>
                  <a:pt x="14881" y="34215"/>
                  <a:pt x="16129" y="34332"/>
                  <a:pt x="17356" y="34560"/>
                </a:cubicBezTo>
                <a:cubicBezTo>
                  <a:pt x="18459" y="34762"/>
                  <a:pt x="19536" y="35060"/>
                  <a:pt x="20585" y="35434"/>
                </a:cubicBezTo>
                <a:lnTo>
                  <a:pt x="20585" y="35434"/>
                </a:lnTo>
                <a:cubicBezTo>
                  <a:pt x="20441" y="36128"/>
                  <a:pt x="20294" y="36846"/>
                  <a:pt x="20092" y="37508"/>
                </a:cubicBezTo>
                <a:cubicBezTo>
                  <a:pt x="19910" y="38238"/>
                  <a:pt x="19666" y="38967"/>
                  <a:pt x="19423" y="39666"/>
                </a:cubicBezTo>
                <a:cubicBezTo>
                  <a:pt x="18876" y="41064"/>
                  <a:pt x="18268" y="42432"/>
                  <a:pt x="17478" y="43709"/>
                </a:cubicBezTo>
                <a:cubicBezTo>
                  <a:pt x="16657" y="44985"/>
                  <a:pt x="15715" y="46140"/>
                  <a:pt x="14560" y="47113"/>
                </a:cubicBezTo>
                <a:cubicBezTo>
                  <a:pt x="13435" y="48086"/>
                  <a:pt x="12128" y="48846"/>
                  <a:pt x="10700" y="49302"/>
                </a:cubicBezTo>
                <a:cubicBezTo>
                  <a:pt x="9608" y="49657"/>
                  <a:pt x="8443" y="49828"/>
                  <a:pt x="7276" y="49828"/>
                </a:cubicBezTo>
                <a:cubicBezTo>
                  <a:pt x="6948" y="49828"/>
                  <a:pt x="6619" y="49815"/>
                  <a:pt x="6292" y="49788"/>
                </a:cubicBezTo>
                <a:cubicBezTo>
                  <a:pt x="4833" y="49636"/>
                  <a:pt x="3374" y="49150"/>
                  <a:pt x="2250" y="48177"/>
                </a:cubicBezTo>
                <a:cubicBezTo>
                  <a:pt x="1155" y="47204"/>
                  <a:pt x="487" y="45776"/>
                  <a:pt x="365" y="44317"/>
                </a:cubicBezTo>
                <a:cubicBezTo>
                  <a:pt x="304" y="43587"/>
                  <a:pt x="396" y="42827"/>
                  <a:pt x="548" y="42098"/>
                </a:cubicBezTo>
                <a:cubicBezTo>
                  <a:pt x="730" y="41399"/>
                  <a:pt x="1003" y="40700"/>
                  <a:pt x="1368" y="40061"/>
                </a:cubicBezTo>
                <a:cubicBezTo>
                  <a:pt x="1733" y="39393"/>
                  <a:pt x="2189" y="38785"/>
                  <a:pt x="2706" y="38268"/>
                </a:cubicBezTo>
                <a:cubicBezTo>
                  <a:pt x="3192" y="37721"/>
                  <a:pt x="3800" y="37235"/>
                  <a:pt x="4408" y="36809"/>
                </a:cubicBezTo>
                <a:cubicBezTo>
                  <a:pt x="5624" y="35958"/>
                  <a:pt x="7022" y="35350"/>
                  <a:pt x="8450" y="34925"/>
                </a:cubicBezTo>
                <a:cubicBezTo>
                  <a:pt x="10136" y="34445"/>
                  <a:pt x="11884" y="34215"/>
                  <a:pt x="13634" y="34215"/>
                </a:cubicBezTo>
                <a:close/>
                <a:moveTo>
                  <a:pt x="15259" y="0"/>
                </a:moveTo>
                <a:cubicBezTo>
                  <a:pt x="16384" y="2796"/>
                  <a:pt x="17417" y="5654"/>
                  <a:pt x="18299" y="8541"/>
                </a:cubicBezTo>
                <a:cubicBezTo>
                  <a:pt x="19180" y="11429"/>
                  <a:pt x="19879" y="14377"/>
                  <a:pt x="20396" y="17356"/>
                </a:cubicBezTo>
                <a:cubicBezTo>
                  <a:pt x="20913" y="20304"/>
                  <a:pt x="21247" y="23313"/>
                  <a:pt x="21338" y="26323"/>
                </a:cubicBezTo>
                <a:cubicBezTo>
                  <a:pt x="21368" y="29303"/>
                  <a:pt x="21219" y="32313"/>
                  <a:pt x="20626" y="35235"/>
                </a:cubicBezTo>
                <a:lnTo>
                  <a:pt x="20626" y="35235"/>
                </a:lnTo>
                <a:cubicBezTo>
                  <a:pt x="19581" y="34860"/>
                  <a:pt x="18509" y="34559"/>
                  <a:pt x="17417" y="34347"/>
                </a:cubicBezTo>
                <a:cubicBezTo>
                  <a:pt x="16155" y="34102"/>
                  <a:pt x="14866" y="33978"/>
                  <a:pt x="13577" y="33978"/>
                </a:cubicBezTo>
                <a:cubicBezTo>
                  <a:pt x="11824" y="33978"/>
                  <a:pt x="10071" y="34208"/>
                  <a:pt x="8390" y="34681"/>
                </a:cubicBezTo>
                <a:cubicBezTo>
                  <a:pt x="6900" y="35107"/>
                  <a:pt x="5502" y="35715"/>
                  <a:pt x="4256" y="36596"/>
                </a:cubicBezTo>
                <a:cubicBezTo>
                  <a:pt x="3617" y="37022"/>
                  <a:pt x="3010" y="37508"/>
                  <a:pt x="2493" y="38086"/>
                </a:cubicBezTo>
                <a:cubicBezTo>
                  <a:pt x="1976" y="38633"/>
                  <a:pt x="1520" y="39241"/>
                  <a:pt x="1125" y="39909"/>
                </a:cubicBezTo>
                <a:cubicBezTo>
                  <a:pt x="730" y="40578"/>
                  <a:pt x="456" y="41308"/>
                  <a:pt x="274" y="42037"/>
                </a:cubicBezTo>
                <a:cubicBezTo>
                  <a:pt x="92" y="42797"/>
                  <a:pt x="0" y="43557"/>
                  <a:pt x="61" y="44347"/>
                </a:cubicBezTo>
                <a:cubicBezTo>
                  <a:pt x="183" y="45867"/>
                  <a:pt x="882" y="47387"/>
                  <a:pt x="2037" y="48420"/>
                </a:cubicBezTo>
                <a:cubicBezTo>
                  <a:pt x="3222" y="49454"/>
                  <a:pt x="4742" y="49970"/>
                  <a:pt x="6262" y="50122"/>
                </a:cubicBezTo>
                <a:cubicBezTo>
                  <a:pt x="6622" y="50158"/>
                  <a:pt x="6982" y="50175"/>
                  <a:pt x="7341" y="50175"/>
                </a:cubicBezTo>
                <a:cubicBezTo>
                  <a:pt x="8527" y="50175"/>
                  <a:pt x="9701" y="49986"/>
                  <a:pt x="10821" y="49636"/>
                </a:cubicBezTo>
                <a:cubicBezTo>
                  <a:pt x="12280" y="49150"/>
                  <a:pt x="13618" y="48359"/>
                  <a:pt x="14773" y="47356"/>
                </a:cubicBezTo>
                <a:cubicBezTo>
                  <a:pt x="15928" y="46353"/>
                  <a:pt x="16900" y="45168"/>
                  <a:pt x="17721" y="43861"/>
                </a:cubicBezTo>
                <a:cubicBezTo>
                  <a:pt x="18511" y="42584"/>
                  <a:pt x="19150" y="41186"/>
                  <a:pt x="19666" y="39757"/>
                </a:cubicBezTo>
                <a:cubicBezTo>
                  <a:pt x="19910" y="39028"/>
                  <a:pt x="20183" y="38329"/>
                  <a:pt x="20366" y="37599"/>
                </a:cubicBezTo>
                <a:cubicBezTo>
                  <a:pt x="20564" y="36920"/>
                  <a:pt x="20709" y="36214"/>
                  <a:pt x="20851" y="35531"/>
                </a:cubicBezTo>
                <a:lnTo>
                  <a:pt x="20851" y="35531"/>
                </a:lnTo>
                <a:cubicBezTo>
                  <a:pt x="22541" y="36156"/>
                  <a:pt x="24156" y="36975"/>
                  <a:pt x="25685" y="37903"/>
                </a:cubicBezTo>
                <a:cubicBezTo>
                  <a:pt x="28268" y="39484"/>
                  <a:pt x="30639" y="41368"/>
                  <a:pt x="32919" y="43344"/>
                </a:cubicBezTo>
                <a:cubicBezTo>
                  <a:pt x="35199" y="45320"/>
                  <a:pt x="37418" y="47356"/>
                  <a:pt x="39667" y="49393"/>
                </a:cubicBezTo>
                <a:cubicBezTo>
                  <a:pt x="41886" y="51429"/>
                  <a:pt x="44165" y="53435"/>
                  <a:pt x="46597" y="55229"/>
                </a:cubicBezTo>
                <a:cubicBezTo>
                  <a:pt x="49059" y="56992"/>
                  <a:pt x="51704" y="58542"/>
                  <a:pt x="54591" y="59454"/>
                </a:cubicBezTo>
                <a:cubicBezTo>
                  <a:pt x="56412" y="60048"/>
                  <a:pt x="58330" y="60364"/>
                  <a:pt x="60246" y="60364"/>
                </a:cubicBezTo>
                <a:cubicBezTo>
                  <a:pt x="61367" y="60364"/>
                  <a:pt x="62488" y="60256"/>
                  <a:pt x="63588" y="60031"/>
                </a:cubicBezTo>
                <a:cubicBezTo>
                  <a:pt x="66597" y="59484"/>
                  <a:pt x="69394" y="58208"/>
                  <a:pt x="71977" y="56627"/>
                </a:cubicBezTo>
                <a:cubicBezTo>
                  <a:pt x="73284" y="55867"/>
                  <a:pt x="74500" y="54955"/>
                  <a:pt x="75716" y="54043"/>
                </a:cubicBezTo>
                <a:cubicBezTo>
                  <a:pt x="76902" y="53101"/>
                  <a:pt x="78087" y="52128"/>
                  <a:pt x="79181" y="51095"/>
                </a:cubicBezTo>
                <a:cubicBezTo>
                  <a:pt x="83680" y="47022"/>
                  <a:pt x="87479" y="42311"/>
                  <a:pt x="91826" y="38116"/>
                </a:cubicBezTo>
                <a:cubicBezTo>
                  <a:pt x="94014" y="36049"/>
                  <a:pt x="96324" y="34104"/>
                  <a:pt x="98847" y="32462"/>
                </a:cubicBezTo>
                <a:cubicBezTo>
                  <a:pt x="100093" y="31642"/>
                  <a:pt x="101431" y="30943"/>
                  <a:pt x="102799" y="30304"/>
                </a:cubicBezTo>
                <a:lnTo>
                  <a:pt x="104866" y="29423"/>
                </a:lnTo>
                <a:cubicBezTo>
                  <a:pt x="105565" y="29180"/>
                  <a:pt x="106294" y="28967"/>
                  <a:pt x="107024" y="28724"/>
                </a:cubicBezTo>
                <a:cubicBezTo>
                  <a:pt x="109911" y="27873"/>
                  <a:pt x="112890" y="27417"/>
                  <a:pt x="115899" y="27265"/>
                </a:cubicBezTo>
                <a:lnTo>
                  <a:pt x="118149" y="27265"/>
                </a:lnTo>
                <a:cubicBezTo>
                  <a:pt x="118908" y="27295"/>
                  <a:pt x="119638" y="27356"/>
                  <a:pt x="120398" y="27386"/>
                </a:cubicBezTo>
                <a:lnTo>
                  <a:pt x="120945" y="27417"/>
                </a:lnTo>
                <a:cubicBezTo>
                  <a:pt x="121158" y="27447"/>
                  <a:pt x="121340" y="27478"/>
                  <a:pt x="121522" y="27478"/>
                </a:cubicBezTo>
                <a:lnTo>
                  <a:pt x="122647" y="27630"/>
                </a:lnTo>
                <a:cubicBezTo>
                  <a:pt x="123012" y="27690"/>
                  <a:pt x="123377" y="27721"/>
                  <a:pt x="123741" y="27782"/>
                </a:cubicBezTo>
                <a:lnTo>
                  <a:pt x="124866" y="28025"/>
                </a:lnTo>
                <a:cubicBezTo>
                  <a:pt x="127784" y="28633"/>
                  <a:pt x="130702" y="29545"/>
                  <a:pt x="133377" y="30882"/>
                </a:cubicBezTo>
                <a:cubicBezTo>
                  <a:pt x="136082" y="32219"/>
                  <a:pt x="138574" y="33921"/>
                  <a:pt x="140793" y="35928"/>
                </a:cubicBezTo>
                <a:cubicBezTo>
                  <a:pt x="142982" y="37994"/>
                  <a:pt x="144897" y="40335"/>
                  <a:pt x="146690" y="42767"/>
                </a:cubicBezTo>
                <a:cubicBezTo>
                  <a:pt x="148453" y="45198"/>
                  <a:pt x="150125" y="47721"/>
                  <a:pt x="151918" y="50153"/>
                </a:cubicBezTo>
                <a:cubicBezTo>
                  <a:pt x="153711" y="52584"/>
                  <a:pt x="155626" y="54955"/>
                  <a:pt x="157876" y="57022"/>
                </a:cubicBezTo>
                <a:cubicBezTo>
                  <a:pt x="160095" y="59089"/>
                  <a:pt x="162648" y="60791"/>
                  <a:pt x="165444" y="61946"/>
                </a:cubicBezTo>
                <a:cubicBezTo>
                  <a:pt x="167699" y="62843"/>
                  <a:pt x="170127" y="63315"/>
                  <a:pt x="172545" y="63315"/>
                </a:cubicBezTo>
                <a:cubicBezTo>
                  <a:pt x="173158" y="63315"/>
                  <a:pt x="173771" y="63284"/>
                  <a:pt x="174381" y="63223"/>
                </a:cubicBezTo>
                <a:cubicBezTo>
                  <a:pt x="175900" y="63071"/>
                  <a:pt x="177390" y="62736"/>
                  <a:pt x="178788" y="62129"/>
                </a:cubicBezTo>
                <a:cubicBezTo>
                  <a:pt x="180186" y="61551"/>
                  <a:pt x="181463" y="60730"/>
                  <a:pt x="182557" y="59636"/>
                </a:cubicBezTo>
                <a:lnTo>
                  <a:pt x="182527" y="59606"/>
                </a:lnTo>
                <a:cubicBezTo>
                  <a:pt x="181432" y="60670"/>
                  <a:pt x="180156" y="61490"/>
                  <a:pt x="178758" y="62068"/>
                </a:cubicBezTo>
                <a:cubicBezTo>
                  <a:pt x="177359" y="62645"/>
                  <a:pt x="175870" y="62980"/>
                  <a:pt x="174381" y="63101"/>
                </a:cubicBezTo>
                <a:cubicBezTo>
                  <a:pt x="173831" y="63151"/>
                  <a:pt x="173279" y="63176"/>
                  <a:pt x="172728" y="63176"/>
                </a:cubicBezTo>
                <a:cubicBezTo>
                  <a:pt x="170260" y="63176"/>
                  <a:pt x="167796" y="62683"/>
                  <a:pt x="165535" y="61764"/>
                </a:cubicBezTo>
                <a:cubicBezTo>
                  <a:pt x="162739" y="60639"/>
                  <a:pt x="160216" y="58907"/>
                  <a:pt x="158028" y="56840"/>
                </a:cubicBezTo>
                <a:cubicBezTo>
                  <a:pt x="155809" y="54803"/>
                  <a:pt x="153924" y="52432"/>
                  <a:pt x="152161" y="50001"/>
                </a:cubicBezTo>
                <a:cubicBezTo>
                  <a:pt x="150368" y="47539"/>
                  <a:pt x="148727" y="45016"/>
                  <a:pt x="146933" y="42584"/>
                </a:cubicBezTo>
                <a:cubicBezTo>
                  <a:pt x="145170" y="40122"/>
                  <a:pt x="143255" y="37751"/>
                  <a:pt x="141036" y="35684"/>
                </a:cubicBezTo>
                <a:cubicBezTo>
                  <a:pt x="136568" y="31551"/>
                  <a:pt x="130884" y="28815"/>
                  <a:pt x="124927" y="27660"/>
                </a:cubicBezTo>
                <a:lnTo>
                  <a:pt x="123802" y="27417"/>
                </a:lnTo>
                <a:cubicBezTo>
                  <a:pt x="123437" y="27356"/>
                  <a:pt x="123073" y="27326"/>
                  <a:pt x="122677" y="27265"/>
                </a:cubicBezTo>
                <a:lnTo>
                  <a:pt x="121553" y="27113"/>
                </a:lnTo>
                <a:cubicBezTo>
                  <a:pt x="121370" y="27113"/>
                  <a:pt x="121188" y="27082"/>
                  <a:pt x="121006" y="27052"/>
                </a:cubicBezTo>
                <a:lnTo>
                  <a:pt x="120428" y="27022"/>
                </a:lnTo>
                <a:cubicBezTo>
                  <a:pt x="119668" y="26991"/>
                  <a:pt x="118908" y="26930"/>
                  <a:pt x="118149" y="26900"/>
                </a:cubicBezTo>
                <a:lnTo>
                  <a:pt x="115869" y="26900"/>
                </a:lnTo>
                <a:cubicBezTo>
                  <a:pt x="112829" y="27052"/>
                  <a:pt x="109820" y="27538"/>
                  <a:pt x="106902" y="28389"/>
                </a:cubicBezTo>
                <a:cubicBezTo>
                  <a:pt x="106203" y="28633"/>
                  <a:pt x="105474" y="28845"/>
                  <a:pt x="104744" y="29089"/>
                </a:cubicBezTo>
                <a:lnTo>
                  <a:pt x="102647" y="29970"/>
                </a:lnTo>
                <a:cubicBezTo>
                  <a:pt x="101279" y="30639"/>
                  <a:pt x="99911" y="31338"/>
                  <a:pt x="98665" y="32159"/>
                </a:cubicBezTo>
                <a:cubicBezTo>
                  <a:pt x="96112" y="33830"/>
                  <a:pt x="93771" y="35776"/>
                  <a:pt x="91583" y="37873"/>
                </a:cubicBezTo>
                <a:cubicBezTo>
                  <a:pt x="87236" y="42067"/>
                  <a:pt x="83437" y="46809"/>
                  <a:pt x="78999" y="50882"/>
                </a:cubicBezTo>
                <a:cubicBezTo>
                  <a:pt x="77874" y="51916"/>
                  <a:pt x="76719" y="52888"/>
                  <a:pt x="75564" y="53831"/>
                </a:cubicBezTo>
                <a:cubicBezTo>
                  <a:pt x="74348" y="54742"/>
                  <a:pt x="73132" y="55654"/>
                  <a:pt x="71856" y="56414"/>
                </a:cubicBezTo>
                <a:cubicBezTo>
                  <a:pt x="69303" y="57995"/>
                  <a:pt x="66506" y="59271"/>
                  <a:pt x="63558" y="59849"/>
                </a:cubicBezTo>
                <a:cubicBezTo>
                  <a:pt x="62457" y="60065"/>
                  <a:pt x="61335" y="60170"/>
                  <a:pt x="60212" y="60170"/>
                </a:cubicBezTo>
                <a:cubicBezTo>
                  <a:pt x="58328" y="60170"/>
                  <a:pt x="56442" y="59873"/>
                  <a:pt x="54652" y="59302"/>
                </a:cubicBezTo>
                <a:cubicBezTo>
                  <a:pt x="51795" y="58390"/>
                  <a:pt x="49150" y="56840"/>
                  <a:pt x="46688" y="55107"/>
                </a:cubicBezTo>
                <a:cubicBezTo>
                  <a:pt x="41795" y="51551"/>
                  <a:pt x="37570" y="47174"/>
                  <a:pt x="33010" y="43223"/>
                </a:cubicBezTo>
                <a:cubicBezTo>
                  <a:pt x="30730" y="41247"/>
                  <a:pt x="28360" y="39332"/>
                  <a:pt x="25776" y="37751"/>
                </a:cubicBezTo>
                <a:cubicBezTo>
                  <a:pt x="24238" y="36799"/>
                  <a:pt x="22601" y="35969"/>
                  <a:pt x="20892" y="35332"/>
                </a:cubicBezTo>
                <a:lnTo>
                  <a:pt x="20892" y="35332"/>
                </a:lnTo>
                <a:cubicBezTo>
                  <a:pt x="21461" y="32369"/>
                  <a:pt x="21611" y="29346"/>
                  <a:pt x="21551" y="26323"/>
                </a:cubicBezTo>
                <a:cubicBezTo>
                  <a:pt x="21460" y="23313"/>
                  <a:pt x="21125" y="20274"/>
                  <a:pt x="20578" y="17295"/>
                </a:cubicBezTo>
                <a:cubicBezTo>
                  <a:pt x="19514" y="11338"/>
                  <a:pt x="17630" y="5562"/>
                  <a:pt x="152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D95C13-2DF0-C13F-9529-39C98C9B2403}"/>
              </a:ext>
            </a:extLst>
          </p:cNvPr>
          <p:cNvSpPr txBox="1"/>
          <p:nvPr/>
        </p:nvSpPr>
        <p:spPr>
          <a:xfrm>
            <a:off x="752525" y="3833411"/>
            <a:ext cx="25330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b="1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Trabalho realizado por:</a:t>
            </a:r>
            <a:br>
              <a:rPr lang="pt-PT" sz="1400" b="1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PT" sz="1400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Tiago Gouveia Filipe</a:t>
            </a:r>
            <a:br>
              <a:rPr lang="pt-PT" sz="1400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PT" sz="1400" noProof="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David Martins Correia</a:t>
            </a:r>
            <a:endParaRPr lang="pt-PT" noProof="0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C439BC-39E2-1953-D22B-B4424EECABC7}"/>
              </a:ext>
            </a:extLst>
          </p:cNvPr>
          <p:cNvSpPr txBox="1"/>
          <p:nvPr/>
        </p:nvSpPr>
        <p:spPr>
          <a:xfrm>
            <a:off x="713894" y="2276863"/>
            <a:ext cx="41750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kumimoji="0" lang="pt-PT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et" panose="020B0604020202020204" charset="0"/>
                <a:sym typeface="Ubuntu Light"/>
              </a:rPr>
              <a:t>Títulos de janelas</a:t>
            </a:r>
          </a:p>
          <a:p>
            <a:pPr marL="342900" indent="-342900">
              <a:buClr>
                <a:srgbClr val="FF6682"/>
              </a:buClr>
              <a:buFont typeface="Wingdings" panose="05000000000000000000" pitchFamily="2" charset="2"/>
              <a:buChar char="v"/>
            </a:pPr>
            <a:r>
              <a:rPr kumimoji="0" lang="pt-PT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et" panose="020B0604020202020204" charset="0"/>
                <a:sym typeface="Ubuntu Light"/>
              </a:rPr>
              <a:t>Exposição do conteúdo através de exemplos</a:t>
            </a:r>
            <a:endParaRPr lang="pt-PT" dirty="0"/>
          </a:p>
        </p:txBody>
      </p:sp>
      <p:pic>
        <p:nvPicPr>
          <p:cNvPr id="9" name="Imagem 8" descr="Uma imagem com Tipo de letra, texto, Gráficos, logótipo&#10;&#10;Os conteúdos gerados por IA poderão estar incorretos.">
            <a:extLst>
              <a:ext uri="{FF2B5EF4-FFF2-40B4-BE49-F238E27FC236}">
                <a16:creationId xmlns:a16="http://schemas.microsoft.com/office/drawing/2014/main" id="{82AB7473-C964-A1EC-5F3B-654F2F1A7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136" y="4579239"/>
            <a:ext cx="1842341" cy="37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2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bile UI/UX Design by Slidesgo">
  <a:themeElements>
    <a:clrScheme name="Simple Light">
      <a:dk1>
        <a:srgbClr val="0B0B42"/>
      </a:dk1>
      <a:lt1>
        <a:srgbClr val="27105B"/>
      </a:lt1>
      <a:dk2>
        <a:srgbClr val="280F7C"/>
      </a:dk2>
      <a:lt2>
        <a:srgbClr val="6600FF"/>
      </a:lt2>
      <a:accent1>
        <a:srgbClr val="6699FF"/>
      </a:accent1>
      <a:accent2>
        <a:srgbClr val="33FFFF"/>
      </a:accent2>
      <a:accent3>
        <a:srgbClr val="331852"/>
      </a:accent3>
      <a:accent4>
        <a:srgbClr val="50285F"/>
      </a:accent4>
      <a:accent5>
        <a:srgbClr val="FF6682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1436</Words>
  <Application>Microsoft Office PowerPoint</Application>
  <PresentationFormat>Apresentação no Ecrã (16:9)</PresentationFormat>
  <Paragraphs>103</Paragraphs>
  <Slides>21</Slides>
  <Notes>20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21</vt:i4>
      </vt:variant>
    </vt:vector>
  </HeadingPairs>
  <TitlesOfParts>
    <vt:vector size="33" baseType="lpstr">
      <vt:lpstr>Anaheim</vt:lpstr>
      <vt:lpstr>Ubuntu Light</vt:lpstr>
      <vt:lpstr>Garet</vt:lpstr>
      <vt:lpstr>Wingdings</vt:lpstr>
      <vt:lpstr>Bebas Neue</vt:lpstr>
      <vt:lpstr>Inter</vt:lpstr>
      <vt:lpstr>PT Sans</vt:lpstr>
      <vt:lpstr>Arial</vt:lpstr>
      <vt:lpstr>Verdana</vt:lpstr>
      <vt:lpstr>Ubuntu</vt:lpstr>
      <vt:lpstr>Garet Bold</vt:lpstr>
      <vt:lpstr>Mobile UI/UX Design by Slidesgo</vt:lpstr>
      <vt:lpstr>Estudo de Guidelines para Páginas Web.</vt:lpstr>
      <vt:lpstr>Introdução</vt:lpstr>
      <vt:lpstr>Exposição do conteúdo através de exemplos</vt:lpstr>
      <vt:lpstr>Apresentar o conteúdo do website, em vez de apenas descrevê-lo. </vt:lpstr>
      <vt:lpstr>Apresentar o conteúdo do website, em vez de apenas descrevê-lo. </vt:lpstr>
      <vt:lpstr>Utilizar páginas detalhadas de um tema, em vez de uma página de categoria geral.</vt:lpstr>
      <vt:lpstr>Utilizar páginas detalhadas de um tema, em vez de uma página de categoria geral.</vt:lpstr>
      <vt:lpstr>Link para a categoria mais ampla ao lado do produto/serviço específico.</vt:lpstr>
      <vt:lpstr>Link para a categoria mais ampla ao lado do produto/serviço específico.</vt:lpstr>
      <vt:lpstr>Importância e clareza dos links</vt:lpstr>
      <vt:lpstr>Importância e clareza dos links</vt:lpstr>
      <vt:lpstr>Título de janelas</vt:lpstr>
      <vt:lpstr>Nome de domínio no título da janela</vt:lpstr>
      <vt:lpstr>Nome de domínio no título da janela</vt:lpstr>
      <vt:lpstr>Título da janela “Página Inicial"</vt:lpstr>
      <vt:lpstr>Título da janela “Página Inicial"</vt:lpstr>
      <vt:lpstr>Descrição do website no título da janela </vt:lpstr>
      <vt:lpstr>Descrição do website no título da janela </vt:lpstr>
      <vt:lpstr>Conclusão</vt:lpstr>
      <vt:lpstr>Referências</vt:lpstr>
      <vt:lpstr>Estudo de Guidelines para Páginas Web.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Correia</dc:creator>
  <cp:lastModifiedBy>Tiago Filipe</cp:lastModifiedBy>
  <cp:revision>15</cp:revision>
  <dcterms:modified xsi:type="dcterms:W3CDTF">2025-03-03T14:35:36Z</dcterms:modified>
</cp:coreProperties>
</file>